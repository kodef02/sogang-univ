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72" r:id="rId3"/>
    <p:sldId id="289" r:id="rId4"/>
    <p:sldId id="259" r:id="rId5"/>
    <p:sldId id="262" r:id="rId6"/>
    <p:sldId id="273" r:id="rId7"/>
    <p:sldId id="263" r:id="rId8"/>
    <p:sldId id="276" r:id="rId9"/>
    <p:sldId id="277" r:id="rId10"/>
    <p:sldId id="264" r:id="rId11"/>
    <p:sldId id="290" r:id="rId12"/>
    <p:sldId id="278" r:id="rId13"/>
    <p:sldId id="287" r:id="rId14"/>
    <p:sldId id="281" r:id="rId15"/>
    <p:sldId id="282" r:id="rId16"/>
    <p:sldId id="284" r:id="rId17"/>
    <p:sldId id="286" r:id="rId18"/>
    <p:sldId id="280" r:id="rId19"/>
    <p:sldId id="268" r:id="rId20"/>
    <p:sldId id="28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E91266-5709-471D-9B92-E33BF3D0CF44}" type="doc">
      <dgm:prSet loTypeId="urn:microsoft.com/office/officeart/2005/8/layout/chart3" loCatId="relationship" qsTypeId="urn:microsoft.com/office/officeart/2005/8/quickstyle/simple1" qsCatId="simple" csTypeId="urn:microsoft.com/office/officeart/2005/8/colors/accent1_2" csCatId="accent1" phldr="1"/>
      <dgm:spPr/>
    </dgm:pt>
    <dgm:pt modelId="{E122D6D2-5DA8-4183-946C-BA74ECCE5671}">
      <dgm:prSet phldrT="[텍스트]" custT="1"/>
      <dgm:spPr>
        <a:solidFill>
          <a:srgbClr val="FCEFC2">
            <a:alpha val="80000"/>
          </a:srgbClr>
        </a:solidFill>
        <a:ln w="9525"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과학 문명의</a:t>
          </a:r>
          <a:endParaRPr lang="en-US" altLang="ko-KR" sz="14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횡포</a:t>
          </a:r>
          <a:endParaRPr lang="en-US" altLang="ko-KR" sz="14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↧</a:t>
          </a:r>
          <a:endParaRPr lang="en-US" altLang="ko-KR" sz="14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공포 </a:t>
          </a:r>
          <a:r>
            <a:rPr lang="en-US" altLang="ko-KR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+</a:t>
          </a:r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혼돈으로 인식</a:t>
          </a:r>
          <a:endParaRPr lang="ko-KR" altLang="en-US" sz="1400" dirty="0"/>
        </a:p>
      </dgm:t>
    </dgm:pt>
    <dgm:pt modelId="{C9BD0273-F231-4673-8CF3-A4815C601C9C}" type="parTrans" cxnId="{5A91748C-6302-4BB9-BB4E-171C499AF5BD}">
      <dgm:prSet/>
      <dgm:spPr/>
      <dgm:t>
        <a:bodyPr/>
        <a:lstStyle/>
        <a:p>
          <a:pPr latinLnBrk="1"/>
          <a:endParaRPr lang="ko-KR" altLang="en-US"/>
        </a:p>
      </dgm:t>
    </dgm:pt>
    <dgm:pt modelId="{61808530-5859-43A1-9196-333B53AE51CF}" type="sibTrans" cxnId="{5A91748C-6302-4BB9-BB4E-171C499AF5BD}">
      <dgm:prSet/>
      <dgm:spPr/>
      <dgm:t>
        <a:bodyPr/>
        <a:lstStyle/>
        <a:p>
          <a:pPr latinLnBrk="1"/>
          <a:endParaRPr lang="ko-KR" altLang="en-US"/>
        </a:p>
      </dgm:t>
    </dgm:pt>
    <dgm:pt modelId="{EAD3B155-DFB8-4FB6-98A0-8BC83A522B19}">
      <dgm:prSet phldrT="[텍스트]" custT="1"/>
      <dgm:spPr>
        <a:solidFill>
          <a:srgbClr val="FCEFC2"/>
        </a:solidFill>
        <a:ln w="9525"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지나친 과학 남용</a:t>
          </a:r>
          <a:endParaRPr lang="en-US" altLang="ko-KR" sz="14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↧</a:t>
          </a:r>
          <a:endParaRPr lang="en-US" altLang="ko-KR" sz="14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문명의 몰락</a:t>
          </a:r>
          <a:r>
            <a:rPr lang="en-US" altLang="ko-KR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&amp;</a:t>
          </a:r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파괴 묘사</a:t>
          </a:r>
          <a:endParaRPr lang="ko-KR" altLang="en-US" sz="1400" dirty="0"/>
        </a:p>
      </dgm:t>
    </dgm:pt>
    <dgm:pt modelId="{D0C7A6EE-4F6D-454B-AFE4-745C96DBC680}" type="parTrans" cxnId="{3791D2A6-E874-4248-8913-C0F875A1ABE6}">
      <dgm:prSet/>
      <dgm:spPr/>
      <dgm:t>
        <a:bodyPr/>
        <a:lstStyle/>
        <a:p>
          <a:pPr latinLnBrk="1"/>
          <a:endParaRPr lang="ko-KR" altLang="en-US"/>
        </a:p>
      </dgm:t>
    </dgm:pt>
    <dgm:pt modelId="{BEF402B7-06D6-4D16-9C91-622ABE8BB89C}" type="sibTrans" cxnId="{3791D2A6-E874-4248-8913-C0F875A1ABE6}">
      <dgm:prSet/>
      <dgm:spPr/>
      <dgm:t>
        <a:bodyPr/>
        <a:lstStyle/>
        <a:p>
          <a:pPr latinLnBrk="1"/>
          <a:endParaRPr lang="ko-KR" altLang="en-US"/>
        </a:p>
      </dgm:t>
    </dgm:pt>
    <dgm:pt modelId="{B7142690-1563-4C36-8090-A78C7FF0C95A}">
      <dgm:prSet phldrT="[텍스트]" custT="1"/>
      <dgm:spPr>
        <a:solidFill>
          <a:srgbClr val="FCEFC2">
            <a:alpha val="60000"/>
          </a:srgbClr>
        </a:solidFill>
        <a:ln w="9525">
          <a:noFill/>
        </a:ln>
      </dgm:spPr>
      <dgm:t>
        <a:bodyPr/>
        <a:lstStyle/>
        <a:p>
          <a:pPr latinLnBrk="1"/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이율 </a:t>
          </a:r>
          <a:r>
            <a:rPr lang="ko-KR" altLang="en-US" sz="1400" dirty="0" err="1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배반적</a:t>
          </a:r>
          <a:r>
            <a:rPr lang="ko-KR" altLang="en-US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삶</a:t>
          </a:r>
          <a:endParaRPr lang="ko-KR" altLang="en-US" sz="1400" dirty="0"/>
        </a:p>
      </dgm:t>
    </dgm:pt>
    <dgm:pt modelId="{DE22B897-C98E-4097-9563-A5A83CE940A2}" type="parTrans" cxnId="{9600814A-E412-4DE4-A08F-E1595F5C6E9B}">
      <dgm:prSet/>
      <dgm:spPr/>
      <dgm:t>
        <a:bodyPr/>
        <a:lstStyle/>
        <a:p>
          <a:pPr latinLnBrk="1"/>
          <a:endParaRPr lang="ko-KR" altLang="en-US"/>
        </a:p>
      </dgm:t>
    </dgm:pt>
    <dgm:pt modelId="{BDD7A088-81AC-4E80-AF50-7184105E31A2}" type="sibTrans" cxnId="{9600814A-E412-4DE4-A08F-E1595F5C6E9B}">
      <dgm:prSet/>
      <dgm:spPr/>
      <dgm:t>
        <a:bodyPr/>
        <a:lstStyle/>
        <a:p>
          <a:pPr latinLnBrk="1"/>
          <a:endParaRPr lang="ko-KR" altLang="en-US"/>
        </a:p>
      </dgm:t>
    </dgm:pt>
    <dgm:pt modelId="{2CD9B636-8511-431B-9BD7-BA220624607D}" type="pres">
      <dgm:prSet presAssocID="{07E91266-5709-471D-9B92-E33BF3D0CF44}" presName="compositeShape" presStyleCnt="0">
        <dgm:presLayoutVars>
          <dgm:chMax val="7"/>
          <dgm:dir/>
          <dgm:resizeHandles val="exact"/>
        </dgm:presLayoutVars>
      </dgm:prSet>
      <dgm:spPr/>
    </dgm:pt>
    <dgm:pt modelId="{1DBAB145-16D4-4DED-A52A-88D8AD1EBFA2}" type="pres">
      <dgm:prSet presAssocID="{07E91266-5709-471D-9B92-E33BF3D0CF44}" presName="wedge1" presStyleLbl="node1" presStyleIdx="0" presStyleCnt="3" custLinFactNeighborX="-4956" custLinFactNeighborY="3009"/>
      <dgm:spPr/>
    </dgm:pt>
    <dgm:pt modelId="{933B65DD-B5A9-4B1B-A7EA-D9CFDAEE60A5}" type="pres">
      <dgm:prSet presAssocID="{07E91266-5709-471D-9B92-E33BF3D0CF44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6ADD37C-D046-4304-B952-118014E59BAD}" type="pres">
      <dgm:prSet presAssocID="{07E91266-5709-471D-9B92-E33BF3D0CF44}" presName="wedge2" presStyleLbl="node1" presStyleIdx="1" presStyleCnt="3"/>
      <dgm:spPr/>
    </dgm:pt>
    <dgm:pt modelId="{FBFAA60A-286A-427A-B9AF-364E673EF8D7}" type="pres">
      <dgm:prSet presAssocID="{07E91266-5709-471D-9B92-E33BF3D0CF44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BE5FE2C-F670-43B7-AF62-3DDCF39C8E93}" type="pres">
      <dgm:prSet presAssocID="{07E91266-5709-471D-9B92-E33BF3D0CF44}" presName="wedge3" presStyleLbl="node1" presStyleIdx="2" presStyleCnt="3"/>
      <dgm:spPr/>
    </dgm:pt>
    <dgm:pt modelId="{CFEE8594-ED6F-4B34-A742-A94EE68EA76A}" type="pres">
      <dgm:prSet presAssocID="{07E91266-5709-471D-9B92-E33BF3D0CF44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41E9A08-66D7-463F-B0B1-5296B22E74C7}" type="presOf" srcId="{EAD3B155-DFB8-4FB6-98A0-8BC83A522B19}" destId="{FBFAA60A-286A-427A-B9AF-364E673EF8D7}" srcOrd="1" destOrd="0" presId="urn:microsoft.com/office/officeart/2005/8/layout/chart3"/>
    <dgm:cxn modelId="{B2E1271C-FBBA-428E-A990-EC3F0F879BF3}" type="presOf" srcId="{07E91266-5709-471D-9B92-E33BF3D0CF44}" destId="{2CD9B636-8511-431B-9BD7-BA220624607D}" srcOrd="0" destOrd="0" presId="urn:microsoft.com/office/officeart/2005/8/layout/chart3"/>
    <dgm:cxn modelId="{BA430C1D-BD2C-4C87-A6ED-E3C972A4C2F9}" type="presOf" srcId="{E122D6D2-5DA8-4183-946C-BA74ECCE5671}" destId="{1DBAB145-16D4-4DED-A52A-88D8AD1EBFA2}" srcOrd="0" destOrd="0" presId="urn:microsoft.com/office/officeart/2005/8/layout/chart3"/>
    <dgm:cxn modelId="{9600814A-E412-4DE4-A08F-E1595F5C6E9B}" srcId="{07E91266-5709-471D-9B92-E33BF3D0CF44}" destId="{B7142690-1563-4C36-8090-A78C7FF0C95A}" srcOrd="2" destOrd="0" parTransId="{DE22B897-C98E-4097-9563-A5A83CE940A2}" sibTransId="{BDD7A088-81AC-4E80-AF50-7184105E31A2}"/>
    <dgm:cxn modelId="{F1FE477E-27E3-484B-B859-4CA8B0C64F88}" type="presOf" srcId="{E122D6D2-5DA8-4183-946C-BA74ECCE5671}" destId="{933B65DD-B5A9-4B1B-A7EA-D9CFDAEE60A5}" srcOrd="1" destOrd="0" presId="urn:microsoft.com/office/officeart/2005/8/layout/chart3"/>
    <dgm:cxn modelId="{03DE5E8B-9013-4D58-B2C4-2C4CBB506638}" type="presOf" srcId="{EAD3B155-DFB8-4FB6-98A0-8BC83A522B19}" destId="{B6ADD37C-D046-4304-B952-118014E59BAD}" srcOrd="0" destOrd="0" presId="urn:microsoft.com/office/officeart/2005/8/layout/chart3"/>
    <dgm:cxn modelId="{5A91748C-6302-4BB9-BB4E-171C499AF5BD}" srcId="{07E91266-5709-471D-9B92-E33BF3D0CF44}" destId="{E122D6D2-5DA8-4183-946C-BA74ECCE5671}" srcOrd="0" destOrd="0" parTransId="{C9BD0273-F231-4673-8CF3-A4815C601C9C}" sibTransId="{61808530-5859-43A1-9196-333B53AE51CF}"/>
    <dgm:cxn modelId="{5DA5A9A2-A8BF-445E-91F9-1397F5EAD8A3}" type="presOf" srcId="{B7142690-1563-4C36-8090-A78C7FF0C95A}" destId="{CFEE8594-ED6F-4B34-A742-A94EE68EA76A}" srcOrd="1" destOrd="0" presId="urn:microsoft.com/office/officeart/2005/8/layout/chart3"/>
    <dgm:cxn modelId="{3791D2A6-E874-4248-8913-C0F875A1ABE6}" srcId="{07E91266-5709-471D-9B92-E33BF3D0CF44}" destId="{EAD3B155-DFB8-4FB6-98A0-8BC83A522B19}" srcOrd="1" destOrd="0" parTransId="{D0C7A6EE-4F6D-454B-AFE4-745C96DBC680}" sibTransId="{BEF402B7-06D6-4D16-9C91-622ABE8BB89C}"/>
    <dgm:cxn modelId="{19ED3ED5-A09D-422C-B801-33ECE3AE76CA}" type="presOf" srcId="{B7142690-1563-4C36-8090-A78C7FF0C95A}" destId="{FBE5FE2C-F670-43B7-AF62-3DDCF39C8E93}" srcOrd="0" destOrd="0" presId="urn:microsoft.com/office/officeart/2005/8/layout/chart3"/>
    <dgm:cxn modelId="{C80767DA-3B18-4A40-AD8F-C1A6A5DD7D28}" type="presParOf" srcId="{2CD9B636-8511-431B-9BD7-BA220624607D}" destId="{1DBAB145-16D4-4DED-A52A-88D8AD1EBFA2}" srcOrd="0" destOrd="0" presId="urn:microsoft.com/office/officeart/2005/8/layout/chart3"/>
    <dgm:cxn modelId="{616869F9-61A9-467D-992C-5402D1F16286}" type="presParOf" srcId="{2CD9B636-8511-431B-9BD7-BA220624607D}" destId="{933B65DD-B5A9-4B1B-A7EA-D9CFDAEE60A5}" srcOrd="1" destOrd="0" presId="urn:microsoft.com/office/officeart/2005/8/layout/chart3"/>
    <dgm:cxn modelId="{97CCF0CF-E49E-4B18-A899-711CC2BFEFAF}" type="presParOf" srcId="{2CD9B636-8511-431B-9BD7-BA220624607D}" destId="{B6ADD37C-D046-4304-B952-118014E59BAD}" srcOrd="2" destOrd="0" presId="urn:microsoft.com/office/officeart/2005/8/layout/chart3"/>
    <dgm:cxn modelId="{9518338E-F926-45AB-896A-33E03CE9693A}" type="presParOf" srcId="{2CD9B636-8511-431B-9BD7-BA220624607D}" destId="{FBFAA60A-286A-427A-B9AF-364E673EF8D7}" srcOrd="3" destOrd="0" presId="urn:microsoft.com/office/officeart/2005/8/layout/chart3"/>
    <dgm:cxn modelId="{5C2F768F-2F69-4B8A-8D61-09EF9DFBE419}" type="presParOf" srcId="{2CD9B636-8511-431B-9BD7-BA220624607D}" destId="{FBE5FE2C-F670-43B7-AF62-3DDCF39C8E93}" srcOrd="4" destOrd="0" presId="urn:microsoft.com/office/officeart/2005/8/layout/chart3"/>
    <dgm:cxn modelId="{EBE5E47C-B3BB-47C8-986E-0B15DDCB2422}" type="presParOf" srcId="{2CD9B636-8511-431B-9BD7-BA220624607D}" destId="{CFEE8594-ED6F-4B34-A742-A94EE68EA76A}" srcOrd="5" destOrd="0" presId="urn:microsoft.com/office/officeart/2005/8/layout/chart3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0EC765-8438-4E53-BD3A-3F7D95B62ABD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9628FE4-39F6-45D7-885A-AF25D8A2A91E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부화 습성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훈련 본부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1C74812C-05E9-4865-86F3-080BD2923418}" type="parTrans" cxnId="{18F67612-3097-4AF1-942A-7916F72D4690}">
      <dgm:prSet/>
      <dgm:spPr/>
      <dgm:t>
        <a:bodyPr/>
        <a:lstStyle/>
        <a:p>
          <a:pPr latinLnBrk="1"/>
          <a:endParaRPr lang="ko-KR" altLang="en-US"/>
        </a:p>
      </dgm:t>
    </dgm:pt>
    <dgm:pt modelId="{F70D8311-F027-4ADC-8C4D-BA90E5F928CA}" type="sibTrans" cxnId="{18F67612-3097-4AF1-942A-7916F72D4690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A32B9F13-A5CB-43ED-829C-7F6372D48E00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버나드에게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끌리는 </a:t>
          </a:r>
          <a:r>
            <a:rPr lang="ko-KR" altLang="en-US" sz="1200" err="1">
              <a:latin typeface="HY견명조" panose="02030600000101010101" pitchFamily="18" charset="-127"/>
              <a:ea typeface="HY견명조" panose="02030600000101010101" pitchFamily="18" charset="-127"/>
            </a:rPr>
            <a:t>레니나</a:t>
          </a:r>
          <a:endParaRPr lang="ko-KR" altLang="en-US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268A8C95-83E0-4871-8835-BFF8AA38955F}" type="parTrans" cxnId="{FEA6C734-E02E-4E6D-B938-26B83E31DC71}">
      <dgm:prSet/>
      <dgm:spPr/>
      <dgm:t>
        <a:bodyPr/>
        <a:lstStyle/>
        <a:p>
          <a:pPr latinLnBrk="1"/>
          <a:endParaRPr lang="ko-KR" altLang="en-US"/>
        </a:p>
      </dgm:t>
    </dgm:pt>
    <dgm:pt modelId="{2BCCD86A-1C24-4DF8-BB07-D69E8E493AF5}" type="sibTrans" cxnId="{FEA6C734-E02E-4E6D-B938-26B83E31DC71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C21D261A-B384-47C3-BF9A-E4AA7397B1C1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뉴 멕시코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보호구역</a:t>
          </a:r>
        </a:p>
      </dgm:t>
    </dgm:pt>
    <dgm:pt modelId="{E8EE4296-B8B9-435D-BB9B-F92591A76496}" type="parTrans" cxnId="{F6698077-55AE-4C10-876F-D946D67A9652}">
      <dgm:prSet/>
      <dgm:spPr/>
      <dgm:t>
        <a:bodyPr/>
        <a:lstStyle/>
        <a:p>
          <a:pPr latinLnBrk="1"/>
          <a:endParaRPr lang="ko-KR" altLang="en-US"/>
        </a:p>
      </dgm:t>
    </dgm:pt>
    <dgm:pt modelId="{8029EBBC-0652-491D-90B9-E270B2661C4E}" type="sibTrans" cxnId="{F6698077-55AE-4C10-876F-D946D67A9652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E214CB1D-238D-4BC5-B5D5-4004093C0E63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문명인이었던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린다와 존</a:t>
          </a:r>
        </a:p>
      </dgm:t>
    </dgm:pt>
    <dgm:pt modelId="{20F37227-ECC9-4F9B-9069-F7B69FF86109}" type="parTrans" cxnId="{03D3A732-5D00-4405-A71F-D6D83124C980}">
      <dgm:prSet/>
      <dgm:spPr/>
      <dgm:t>
        <a:bodyPr/>
        <a:lstStyle/>
        <a:p>
          <a:pPr latinLnBrk="1"/>
          <a:endParaRPr lang="ko-KR" altLang="en-US"/>
        </a:p>
      </dgm:t>
    </dgm:pt>
    <dgm:pt modelId="{67EFCAF6-31EA-4720-843D-65130830B891}" type="sibTrans" cxnId="{03D3A732-5D00-4405-A71F-D6D83124C980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236A247F-2693-4AFD-A011-C0FA54AFE55C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 dirty="0">
              <a:latin typeface="HY견명조" panose="02030600000101010101" pitchFamily="18" charset="-127"/>
              <a:ea typeface="HY견명조" panose="02030600000101010101" pitchFamily="18" charset="-127"/>
            </a:rPr>
            <a:t>유명인사가 된</a:t>
          </a:r>
          <a:endParaRPr lang="en-US" altLang="ko-KR" sz="1200" dirty="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 dirty="0">
              <a:latin typeface="HY견명조" panose="02030600000101010101" pitchFamily="18" charset="-127"/>
              <a:ea typeface="HY견명조" panose="02030600000101010101" pitchFamily="18" charset="-127"/>
            </a:rPr>
            <a:t>버나드</a:t>
          </a:r>
          <a:endParaRPr lang="en-US" altLang="ko-KR" sz="12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BAB806FD-4B4A-48EE-A032-DAA565F7B215}" type="parTrans" cxnId="{DE20DA6A-4550-4AD0-8315-C5D4F47247BF}">
      <dgm:prSet/>
      <dgm:spPr/>
      <dgm:t>
        <a:bodyPr/>
        <a:lstStyle/>
        <a:p>
          <a:pPr latinLnBrk="1"/>
          <a:endParaRPr lang="ko-KR" altLang="en-US"/>
        </a:p>
      </dgm:t>
    </dgm:pt>
    <dgm:pt modelId="{278CB20E-6A1C-4981-A5B5-13378A1D1B53}" type="sibTrans" cxnId="{DE20DA6A-4550-4AD0-8315-C5D4F47247BF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A9828FA9-4C52-472A-B43F-ADABA809E4D6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존의 태도변화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BA4AB8C8-38C3-459B-8D77-7BE1FB544004}" type="parTrans" cxnId="{7DF845DB-D8D4-49F5-A530-C099263C34C8}">
      <dgm:prSet/>
      <dgm:spPr/>
      <dgm:t>
        <a:bodyPr/>
        <a:lstStyle/>
        <a:p>
          <a:pPr latinLnBrk="1"/>
          <a:endParaRPr lang="ko-KR" altLang="en-US"/>
        </a:p>
      </dgm:t>
    </dgm:pt>
    <dgm:pt modelId="{B3ACF5DE-C69F-46A0-A076-72D7B272AC4D}" type="sibTrans" cxnId="{7DF845DB-D8D4-49F5-A530-C099263C34C8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D7002335-CDC3-4EE9-A1B5-9819B862825F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존과 </a:t>
          </a:r>
          <a:r>
            <a:rPr lang="ko-KR" altLang="en-US" sz="1200" err="1">
              <a:latin typeface="HY견명조" panose="02030600000101010101" pitchFamily="18" charset="-127"/>
              <a:ea typeface="HY견명조" panose="02030600000101010101" pitchFamily="18" charset="-127"/>
            </a:rPr>
            <a:t>레니나의</a:t>
          </a:r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 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관계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63A033E7-FDBC-45D0-93E8-FEBD1B7F8CD0}" type="parTrans" cxnId="{5C45F16C-0909-4D49-A76D-9CE9DFC22DAD}">
      <dgm:prSet/>
      <dgm:spPr/>
      <dgm:t>
        <a:bodyPr/>
        <a:lstStyle/>
        <a:p>
          <a:pPr latinLnBrk="1"/>
          <a:endParaRPr lang="ko-KR" altLang="en-US"/>
        </a:p>
      </dgm:t>
    </dgm:pt>
    <dgm:pt modelId="{BFFCC6F2-5232-49D0-A423-5E4E2F17C389}" type="sibTrans" cxnId="{5C45F16C-0909-4D49-A76D-9CE9DFC22DAD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FB917EA1-42E1-45D0-9A0B-71A4254A4681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린다의 사망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7656A2E6-0B8F-464D-A228-8C95C7457CF7}" type="parTrans" cxnId="{AF96398A-0398-404D-A7C9-307D225A6C08}">
      <dgm:prSet/>
      <dgm:spPr/>
      <dgm:t>
        <a:bodyPr/>
        <a:lstStyle/>
        <a:p>
          <a:pPr latinLnBrk="1"/>
          <a:endParaRPr lang="ko-KR" altLang="en-US"/>
        </a:p>
      </dgm:t>
    </dgm:pt>
    <dgm:pt modelId="{4AF059E7-B1E0-483D-A6B0-032736644429}" type="sibTrans" cxnId="{AF96398A-0398-404D-A7C9-307D225A6C08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5636A49A-262D-4776-B4DD-C679BE23A5E3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군중 선동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C23B956B-66FD-467A-97E4-D57DCAE1A1D4}" type="parTrans" cxnId="{88A18E93-4F7E-445B-B83E-ECA573C46D08}">
      <dgm:prSet/>
      <dgm:spPr/>
      <dgm:t>
        <a:bodyPr/>
        <a:lstStyle/>
        <a:p>
          <a:pPr latinLnBrk="1"/>
          <a:endParaRPr lang="ko-KR" altLang="en-US"/>
        </a:p>
      </dgm:t>
    </dgm:pt>
    <dgm:pt modelId="{72518423-9F9F-4D60-94B4-E8657EDDD774}" type="sibTrans" cxnId="{88A18E93-4F7E-445B-B83E-ECA573C46D08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E2BB5587-25A8-4365-9C9B-5693760EA70B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사회를 행복하게 만들기 위한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조건들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3214DD7C-F852-4806-B30B-B8DC1C7ABBF1}" type="parTrans" cxnId="{079F59B9-1D2B-450C-B34E-7E784C4750A9}">
      <dgm:prSet/>
      <dgm:spPr/>
      <dgm:t>
        <a:bodyPr/>
        <a:lstStyle/>
        <a:p>
          <a:pPr latinLnBrk="1"/>
          <a:endParaRPr lang="ko-KR" altLang="en-US"/>
        </a:p>
      </dgm:t>
    </dgm:pt>
    <dgm:pt modelId="{099948C7-45A5-4941-A3DF-BA695EFF6FC8}" type="sibTrans" cxnId="{079F59B9-1D2B-450C-B34E-7E784C4750A9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C0ACFCB5-06E6-46E9-8A5D-466BBA03CF12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한적한 등대로 간 존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78B7ED4-2653-4213-A61E-6BFB8D4361CB}" type="parTrans" cxnId="{FC2D74C2-F239-4D9F-84B3-C66143E1D92E}">
      <dgm:prSet/>
      <dgm:spPr/>
      <dgm:t>
        <a:bodyPr/>
        <a:lstStyle/>
        <a:p>
          <a:pPr latinLnBrk="1"/>
          <a:endParaRPr lang="ko-KR" altLang="en-US"/>
        </a:p>
      </dgm:t>
    </dgm:pt>
    <dgm:pt modelId="{14E4C106-BF58-4318-8954-B986EAA57419}" type="sibTrans" cxnId="{FC2D74C2-F239-4D9F-84B3-C66143E1D92E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7FE2119D-913F-4502-B9D5-1808ED813FA6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존의 정신적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무너짐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55CA2889-54D8-4057-B2E3-128AE4659B12}" type="parTrans" cxnId="{2C458FE4-8566-40CB-B3AA-93D064CE5BB9}">
      <dgm:prSet/>
      <dgm:spPr/>
      <dgm:t>
        <a:bodyPr/>
        <a:lstStyle/>
        <a:p>
          <a:pPr latinLnBrk="1"/>
          <a:endParaRPr lang="ko-KR" altLang="en-US"/>
        </a:p>
      </dgm:t>
    </dgm:pt>
    <dgm:pt modelId="{1F9FE66D-AC43-49DE-A65A-215AF9D5B19B}" type="sibTrans" cxnId="{2C458FE4-8566-40CB-B3AA-93D064CE5BB9}">
      <dgm:prSet/>
      <dgm:spPr>
        <a:solidFill>
          <a:srgbClr val="FF0000"/>
        </a:solidFill>
        <a:ln w="28575">
          <a:solidFill>
            <a:srgbClr val="CF1E3D"/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11B24BC0-D7DA-493A-9EAB-9B645602D549}">
      <dgm:prSet phldrT="[텍스트]" custT="1"/>
      <dgm:spPr>
        <a:solidFill>
          <a:srgbClr val="3A4076"/>
        </a:solidFill>
        <a:ln w="19050">
          <a:solidFill>
            <a:srgbClr val="F6D247"/>
          </a:solidFill>
        </a:ln>
      </dgm:spPr>
      <dgm:t>
        <a:bodyPr/>
        <a:lstStyle/>
        <a:p>
          <a:pPr latinLnBrk="1"/>
          <a:r>
            <a:rPr lang="ko-KR" altLang="en-US" sz="1200">
              <a:latin typeface="HY견명조" panose="02030600000101010101" pitchFamily="18" charset="-127"/>
              <a:ea typeface="HY견명조" panose="02030600000101010101" pitchFamily="18" charset="-127"/>
            </a:rPr>
            <a:t>자살을 택한 존</a:t>
          </a:r>
          <a:endParaRPr lang="en-US" altLang="ko-KR" sz="12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447CBAC3-A9BA-44AF-88C6-A785446485B5}" type="parTrans" cxnId="{01177055-FBF0-4C97-8847-CDBC55C016DF}">
      <dgm:prSet/>
      <dgm:spPr/>
      <dgm:t>
        <a:bodyPr/>
        <a:lstStyle/>
        <a:p>
          <a:pPr latinLnBrk="1"/>
          <a:endParaRPr lang="ko-KR" altLang="en-US"/>
        </a:p>
      </dgm:t>
    </dgm:pt>
    <dgm:pt modelId="{ECA401BB-98C3-40E2-8F2C-633126032C1D}" type="sibTrans" cxnId="{01177055-FBF0-4C97-8847-CDBC55C016DF}">
      <dgm:prSet/>
      <dgm:spPr/>
      <dgm:t>
        <a:bodyPr/>
        <a:lstStyle/>
        <a:p>
          <a:pPr latinLnBrk="1"/>
          <a:endParaRPr lang="ko-KR" altLang="en-US"/>
        </a:p>
      </dgm:t>
    </dgm:pt>
    <dgm:pt modelId="{10C2F158-84F6-4C07-ADFA-77125D8B04E0}" type="pres">
      <dgm:prSet presAssocID="{AF0EC765-8438-4E53-BD3A-3F7D95B62ABD}" presName="Name0" presStyleCnt="0">
        <dgm:presLayoutVars>
          <dgm:dir/>
          <dgm:resizeHandles val="exact"/>
        </dgm:presLayoutVars>
      </dgm:prSet>
      <dgm:spPr/>
    </dgm:pt>
    <dgm:pt modelId="{C9EFE489-6DDC-41C0-B7E1-74475651D8D2}" type="pres">
      <dgm:prSet presAssocID="{99628FE4-39F6-45D7-885A-AF25D8A2A91E}" presName="node" presStyleLbl="node1" presStyleIdx="0" presStyleCnt="13">
        <dgm:presLayoutVars>
          <dgm:bulletEnabled val="1"/>
        </dgm:presLayoutVars>
      </dgm:prSet>
      <dgm:spPr/>
    </dgm:pt>
    <dgm:pt modelId="{706466B8-7E99-4AF0-9B71-FD3DBF10FDDD}" type="pres">
      <dgm:prSet presAssocID="{F70D8311-F027-4ADC-8C4D-BA90E5F928CA}" presName="sibTrans" presStyleLbl="sibTrans1D1" presStyleIdx="0" presStyleCnt="12"/>
      <dgm:spPr/>
    </dgm:pt>
    <dgm:pt modelId="{2A3C2947-B008-4640-BFE1-6C2688347CF1}" type="pres">
      <dgm:prSet presAssocID="{F70D8311-F027-4ADC-8C4D-BA90E5F928CA}" presName="connectorText" presStyleLbl="sibTrans1D1" presStyleIdx="0" presStyleCnt="12"/>
      <dgm:spPr/>
    </dgm:pt>
    <dgm:pt modelId="{9B8A0711-5598-4FB3-B449-3BB8241260F5}" type="pres">
      <dgm:prSet presAssocID="{A32B9F13-A5CB-43ED-829C-7F6372D48E00}" presName="node" presStyleLbl="node1" presStyleIdx="1" presStyleCnt="13">
        <dgm:presLayoutVars>
          <dgm:bulletEnabled val="1"/>
        </dgm:presLayoutVars>
      </dgm:prSet>
      <dgm:spPr/>
    </dgm:pt>
    <dgm:pt modelId="{4CD75FC9-6D8E-43BE-BD2E-65F70BB40FFC}" type="pres">
      <dgm:prSet presAssocID="{2BCCD86A-1C24-4DF8-BB07-D69E8E493AF5}" presName="sibTrans" presStyleLbl="sibTrans1D1" presStyleIdx="1" presStyleCnt="12"/>
      <dgm:spPr/>
    </dgm:pt>
    <dgm:pt modelId="{4C33F48C-19D4-4A2B-BEA6-7D22DCD037FA}" type="pres">
      <dgm:prSet presAssocID="{2BCCD86A-1C24-4DF8-BB07-D69E8E493AF5}" presName="connectorText" presStyleLbl="sibTrans1D1" presStyleIdx="1" presStyleCnt="12"/>
      <dgm:spPr/>
    </dgm:pt>
    <dgm:pt modelId="{2945394B-C9F4-4531-9326-85D1E4D2DCFE}" type="pres">
      <dgm:prSet presAssocID="{C21D261A-B384-47C3-BF9A-E4AA7397B1C1}" presName="node" presStyleLbl="node1" presStyleIdx="2" presStyleCnt="13">
        <dgm:presLayoutVars>
          <dgm:bulletEnabled val="1"/>
        </dgm:presLayoutVars>
      </dgm:prSet>
      <dgm:spPr/>
    </dgm:pt>
    <dgm:pt modelId="{E5476B2C-BCAE-4344-8D69-426D5498D37B}" type="pres">
      <dgm:prSet presAssocID="{8029EBBC-0652-491D-90B9-E270B2661C4E}" presName="sibTrans" presStyleLbl="sibTrans1D1" presStyleIdx="2" presStyleCnt="12"/>
      <dgm:spPr/>
    </dgm:pt>
    <dgm:pt modelId="{E731ABAC-CC2B-434E-AF23-8E009B3CEE49}" type="pres">
      <dgm:prSet presAssocID="{8029EBBC-0652-491D-90B9-E270B2661C4E}" presName="connectorText" presStyleLbl="sibTrans1D1" presStyleIdx="2" presStyleCnt="12"/>
      <dgm:spPr/>
    </dgm:pt>
    <dgm:pt modelId="{04562270-20AC-4D56-8BC0-1B6EE48FFEBB}" type="pres">
      <dgm:prSet presAssocID="{E214CB1D-238D-4BC5-B5D5-4004093C0E63}" presName="node" presStyleLbl="node1" presStyleIdx="3" presStyleCnt="13">
        <dgm:presLayoutVars>
          <dgm:bulletEnabled val="1"/>
        </dgm:presLayoutVars>
      </dgm:prSet>
      <dgm:spPr/>
    </dgm:pt>
    <dgm:pt modelId="{CB78FA80-2403-4D98-B396-B066B581E5FC}" type="pres">
      <dgm:prSet presAssocID="{67EFCAF6-31EA-4720-843D-65130830B891}" presName="sibTrans" presStyleLbl="sibTrans1D1" presStyleIdx="3" presStyleCnt="12"/>
      <dgm:spPr/>
    </dgm:pt>
    <dgm:pt modelId="{42E61A83-1015-41D8-9021-30A99F1EE5F7}" type="pres">
      <dgm:prSet presAssocID="{67EFCAF6-31EA-4720-843D-65130830B891}" presName="connectorText" presStyleLbl="sibTrans1D1" presStyleIdx="3" presStyleCnt="12"/>
      <dgm:spPr/>
    </dgm:pt>
    <dgm:pt modelId="{C0B63ABA-6150-45B8-8434-FEBC364E8BF8}" type="pres">
      <dgm:prSet presAssocID="{236A247F-2693-4AFD-A011-C0FA54AFE55C}" presName="node" presStyleLbl="node1" presStyleIdx="4" presStyleCnt="13">
        <dgm:presLayoutVars>
          <dgm:bulletEnabled val="1"/>
        </dgm:presLayoutVars>
      </dgm:prSet>
      <dgm:spPr/>
    </dgm:pt>
    <dgm:pt modelId="{87A85B52-525E-43B8-8F6A-AF52C773894B}" type="pres">
      <dgm:prSet presAssocID="{278CB20E-6A1C-4981-A5B5-13378A1D1B53}" presName="sibTrans" presStyleLbl="sibTrans1D1" presStyleIdx="4" presStyleCnt="12"/>
      <dgm:spPr/>
    </dgm:pt>
    <dgm:pt modelId="{372CBD79-0408-4F3E-AA23-DB23CA421C8D}" type="pres">
      <dgm:prSet presAssocID="{278CB20E-6A1C-4981-A5B5-13378A1D1B53}" presName="connectorText" presStyleLbl="sibTrans1D1" presStyleIdx="4" presStyleCnt="12"/>
      <dgm:spPr/>
    </dgm:pt>
    <dgm:pt modelId="{7D7E9C8F-0C3B-40CA-A95F-D0DE96E0099C}" type="pres">
      <dgm:prSet presAssocID="{A9828FA9-4C52-472A-B43F-ADABA809E4D6}" presName="node" presStyleLbl="node1" presStyleIdx="5" presStyleCnt="13">
        <dgm:presLayoutVars>
          <dgm:bulletEnabled val="1"/>
        </dgm:presLayoutVars>
      </dgm:prSet>
      <dgm:spPr/>
    </dgm:pt>
    <dgm:pt modelId="{CC7E5504-C031-4923-AAEC-7517B51B26A2}" type="pres">
      <dgm:prSet presAssocID="{B3ACF5DE-C69F-46A0-A076-72D7B272AC4D}" presName="sibTrans" presStyleLbl="sibTrans1D1" presStyleIdx="5" presStyleCnt="12"/>
      <dgm:spPr/>
    </dgm:pt>
    <dgm:pt modelId="{AF34F456-75A9-4EA2-91BB-716F8043E61D}" type="pres">
      <dgm:prSet presAssocID="{B3ACF5DE-C69F-46A0-A076-72D7B272AC4D}" presName="connectorText" presStyleLbl="sibTrans1D1" presStyleIdx="5" presStyleCnt="12"/>
      <dgm:spPr/>
    </dgm:pt>
    <dgm:pt modelId="{A0E182B3-1881-4F05-B4DD-6B61D7A45FD7}" type="pres">
      <dgm:prSet presAssocID="{D7002335-CDC3-4EE9-A1B5-9819B862825F}" presName="node" presStyleLbl="node1" presStyleIdx="6" presStyleCnt="13">
        <dgm:presLayoutVars>
          <dgm:bulletEnabled val="1"/>
        </dgm:presLayoutVars>
      </dgm:prSet>
      <dgm:spPr/>
    </dgm:pt>
    <dgm:pt modelId="{B214FD84-7719-497B-AA58-FC75D0B4B91E}" type="pres">
      <dgm:prSet presAssocID="{BFFCC6F2-5232-49D0-A423-5E4E2F17C389}" presName="sibTrans" presStyleLbl="sibTrans1D1" presStyleIdx="6" presStyleCnt="12"/>
      <dgm:spPr/>
    </dgm:pt>
    <dgm:pt modelId="{D20D62BE-B3AC-4B18-B049-9CF29BE58B43}" type="pres">
      <dgm:prSet presAssocID="{BFFCC6F2-5232-49D0-A423-5E4E2F17C389}" presName="connectorText" presStyleLbl="sibTrans1D1" presStyleIdx="6" presStyleCnt="12"/>
      <dgm:spPr/>
    </dgm:pt>
    <dgm:pt modelId="{CE5808CF-73F3-42EE-9DBD-8BC3040C52DF}" type="pres">
      <dgm:prSet presAssocID="{FB917EA1-42E1-45D0-9A0B-71A4254A4681}" presName="node" presStyleLbl="node1" presStyleIdx="7" presStyleCnt="13">
        <dgm:presLayoutVars>
          <dgm:bulletEnabled val="1"/>
        </dgm:presLayoutVars>
      </dgm:prSet>
      <dgm:spPr/>
    </dgm:pt>
    <dgm:pt modelId="{14D8068A-65EE-46F5-BBD9-FA3CF99E6DA0}" type="pres">
      <dgm:prSet presAssocID="{4AF059E7-B1E0-483D-A6B0-032736644429}" presName="sibTrans" presStyleLbl="sibTrans1D1" presStyleIdx="7" presStyleCnt="12"/>
      <dgm:spPr/>
    </dgm:pt>
    <dgm:pt modelId="{062BDEEF-901A-4C6A-B876-32BD03E9A54C}" type="pres">
      <dgm:prSet presAssocID="{4AF059E7-B1E0-483D-A6B0-032736644429}" presName="connectorText" presStyleLbl="sibTrans1D1" presStyleIdx="7" presStyleCnt="12"/>
      <dgm:spPr/>
    </dgm:pt>
    <dgm:pt modelId="{44895935-7855-4D53-8F9E-A2888DC2E4C8}" type="pres">
      <dgm:prSet presAssocID="{5636A49A-262D-4776-B4DD-C679BE23A5E3}" presName="node" presStyleLbl="node1" presStyleIdx="8" presStyleCnt="13">
        <dgm:presLayoutVars>
          <dgm:bulletEnabled val="1"/>
        </dgm:presLayoutVars>
      </dgm:prSet>
      <dgm:spPr/>
    </dgm:pt>
    <dgm:pt modelId="{90339661-CF87-43A5-A34A-A456E781C8B6}" type="pres">
      <dgm:prSet presAssocID="{72518423-9F9F-4D60-94B4-E8657EDDD774}" presName="sibTrans" presStyleLbl="sibTrans1D1" presStyleIdx="8" presStyleCnt="12"/>
      <dgm:spPr/>
    </dgm:pt>
    <dgm:pt modelId="{8BDBCFB7-4608-479C-8F6E-7CE507CA6D9B}" type="pres">
      <dgm:prSet presAssocID="{72518423-9F9F-4D60-94B4-E8657EDDD774}" presName="connectorText" presStyleLbl="sibTrans1D1" presStyleIdx="8" presStyleCnt="12"/>
      <dgm:spPr/>
    </dgm:pt>
    <dgm:pt modelId="{B24BF227-F723-4981-B564-9968E058D862}" type="pres">
      <dgm:prSet presAssocID="{E2BB5587-25A8-4365-9C9B-5693760EA70B}" presName="node" presStyleLbl="node1" presStyleIdx="9" presStyleCnt="13">
        <dgm:presLayoutVars>
          <dgm:bulletEnabled val="1"/>
        </dgm:presLayoutVars>
      </dgm:prSet>
      <dgm:spPr/>
    </dgm:pt>
    <dgm:pt modelId="{AD12073A-7156-488D-863C-99F67BA0743E}" type="pres">
      <dgm:prSet presAssocID="{099948C7-45A5-4941-A3DF-BA695EFF6FC8}" presName="sibTrans" presStyleLbl="sibTrans1D1" presStyleIdx="9" presStyleCnt="12"/>
      <dgm:spPr/>
    </dgm:pt>
    <dgm:pt modelId="{F658D2BD-7EFB-4211-8993-F1A91F406DE8}" type="pres">
      <dgm:prSet presAssocID="{099948C7-45A5-4941-A3DF-BA695EFF6FC8}" presName="connectorText" presStyleLbl="sibTrans1D1" presStyleIdx="9" presStyleCnt="12"/>
      <dgm:spPr/>
    </dgm:pt>
    <dgm:pt modelId="{44463367-61B2-4D80-82C4-05DED99EACEA}" type="pres">
      <dgm:prSet presAssocID="{C0ACFCB5-06E6-46E9-8A5D-466BBA03CF12}" presName="node" presStyleLbl="node1" presStyleIdx="10" presStyleCnt="13">
        <dgm:presLayoutVars>
          <dgm:bulletEnabled val="1"/>
        </dgm:presLayoutVars>
      </dgm:prSet>
      <dgm:spPr/>
    </dgm:pt>
    <dgm:pt modelId="{5B50904D-7A9A-43A8-8DF9-B9E20F3E5C86}" type="pres">
      <dgm:prSet presAssocID="{14E4C106-BF58-4318-8954-B986EAA57419}" presName="sibTrans" presStyleLbl="sibTrans1D1" presStyleIdx="10" presStyleCnt="12"/>
      <dgm:spPr/>
    </dgm:pt>
    <dgm:pt modelId="{3814484C-90C2-4E03-9041-123FF5D5C59D}" type="pres">
      <dgm:prSet presAssocID="{14E4C106-BF58-4318-8954-B986EAA57419}" presName="connectorText" presStyleLbl="sibTrans1D1" presStyleIdx="10" presStyleCnt="12"/>
      <dgm:spPr/>
    </dgm:pt>
    <dgm:pt modelId="{982F1409-29EC-460C-A04A-FE8558728555}" type="pres">
      <dgm:prSet presAssocID="{7FE2119D-913F-4502-B9D5-1808ED813FA6}" presName="node" presStyleLbl="node1" presStyleIdx="11" presStyleCnt="13">
        <dgm:presLayoutVars>
          <dgm:bulletEnabled val="1"/>
        </dgm:presLayoutVars>
      </dgm:prSet>
      <dgm:spPr/>
    </dgm:pt>
    <dgm:pt modelId="{C174FDF3-F9FC-4B42-884B-72095689C2DE}" type="pres">
      <dgm:prSet presAssocID="{1F9FE66D-AC43-49DE-A65A-215AF9D5B19B}" presName="sibTrans" presStyleLbl="sibTrans1D1" presStyleIdx="11" presStyleCnt="12"/>
      <dgm:spPr/>
    </dgm:pt>
    <dgm:pt modelId="{69115B93-27D1-453D-9B49-F47E2017B100}" type="pres">
      <dgm:prSet presAssocID="{1F9FE66D-AC43-49DE-A65A-215AF9D5B19B}" presName="connectorText" presStyleLbl="sibTrans1D1" presStyleIdx="11" presStyleCnt="12"/>
      <dgm:spPr/>
    </dgm:pt>
    <dgm:pt modelId="{56CAC1E8-F7F5-4570-B931-9788280E4478}" type="pres">
      <dgm:prSet presAssocID="{11B24BC0-D7DA-493A-9EAB-9B645602D549}" presName="node" presStyleLbl="node1" presStyleIdx="12" presStyleCnt="13">
        <dgm:presLayoutVars>
          <dgm:bulletEnabled val="1"/>
        </dgm:presLayoutVars>
      </dgm:prSet>
      <dgm:spPr/>
    </dgm:pt>
  </dgm:ptLst>
  <dgm:cxnLst>
    <dgm:cxn modelId="{DB2A6703-6AD2-4782-8FC2-DCE61ED62ABE}" type="presOf" srcId="{8029EBBC-0652-491D-90B9-E270B2661C4E}" destId="{E731ABAC-CC2B-434E-AF23-8E009B3CEE49}" srcOrd="1" destOrd="0" presId="urn:microsoft.com/office/officeart/2005/8/layout/bProcess3"/>
    <dgm:cxn modelId="{8C9E4109-63F9-457C-A4CC-1DE3BAAF160C}" type="presOf" srcId="{F70D8311-F027-4ADC-8C4D-BA90E5F928CA}" destId="{706466B8-7E99-4AF0-9B71-FD3DBF10FDDD}" srcOrd="0" destOrd="0" presId="urn:microsoft.com/office/officeart/2005/8/layout/bProcess3"/>
    <dgm:cxn modelId="{18F67612-3097-4AF1-942A-7916F72D4690}" srcId="{AF0EC765-8438-4E53-BD3A-3F7D95B62ABD}" destId="{99628FE4-39F6-45D7-885A-AF25D8A2A91E}" srcOrd="0" destOrd="0" parTransId="{1C74812C-05E9-4865-86F3-080BD2923418}" sibTransId="{F70D8311-F027-4ADC-8C4D-BA90E5F928CA}"/>
    <dgm:cxn modelId="{7794E01D-7970-4AFE-8E39-C67CCE4CE014}" type="presOf" srcId="{8029EBBC-0652-491D-90B9-E270B2661C4E}" destId="{E5476B2C-BCAE-4344-8D69-426D5498D37B}" srcOrd="0" destOrd="0" presId="urn:microsoft.com/office/officeart/2005/8/layout/bProcess3"/>
    <dgm:cxn modelId="{E232D31F-0BFB-4FD9-8717-E2A46CE4CD39}" type="presOf" srcId="{D7002335-CDC3-4EE9-A1B5-9819B862825F}" destId="{A0E182B3-1881-4F05-B4DD-6B61D7A45FD7}" srcOrd="0" destOrd="0" presId="urn:microsoft.com/office/officeart/2005/8/layout/bProcess3"/>
    <dgm:cxn modelId="{7C451B22-8E58-4B1C-80F8-48918C16C0BE}" type="presOf" srcId="{14E4C106-BF58-4318-8954-B986EAA57419}" destId="{5B50904D-7A9A-43A8-8DF9-B9E20F3E5C86}" srcOrd="0" destOrd="0" presId="urn:microsoft.com/office/officeart/2005/8/layout/bProcess3"/>
    <dgm:cxn modelId="{B9300223-1DD7-4D5A-9A40-A4500A044555}" type="presOf" srcId="{4AF059E7-B1E0-483D-A6B0-032736644429}" destId="{14D8068A-65EE-46F5-BBD9-FA3CF99E6DA0}" srcOrd="0" destOrd="0" presId="urn:microsoft.com/office/officeart/2005/8/layout/bProcess3"/>
    <dgm:cxn modelId="{F1E63427-814B-43EE-9F66-65F2ECE0D5BA}" type="presOf" srcId="{BFFCC6F2-5232-49D0-A423-5E4E2F17C389}" destId="{B214FD84-7719-497B-AA58-FC75D0B4B91E}" srcOrd="0" destOrd="0" presId="urn:microsoft.com/office/officeart/2005/8/layout/bProcess3"/>
    <dgm:cxn modelId="{03D3A732-5D00-4405-A71F-D6D83124C980}" srcId="{AF0EC765-8438-4E53-BD3A-3F7D95B62ABD}" destId="{E214CB1D-238D-4BC5-B5D5-4004093C0E63}" srcOrd="3" destOrd="0" parTransId="{20F37227-ECC9-4F9B-9069-F7B69FF86109}" sibTransId="{67EFCAF6-31EA-4720-843D-65130830B891}"/>
    <dgm:cxn modelId="{FEA6C734-E02E-4E6D-B938-26B83E31DC71}" srcId="{AF0EC765-8438-4E53-BD3A-3F7D95B62ABD}" destId="{A32B9F13-A5CB-43ED-829C-7F6372D48E00}" srcOrd="1" destOrd="0" parTransId="{268A8C95-83E0-4871-8835-BFF8AA38955F}" sibTransId="{2BCCD86A-1C24-4DF8-BB07-D69E8E493AF5}"/>
    <dgm:cxn modelId="{6472DC35-C096-4F9C-B0A4-E7C718FD502E}" type="presOf" srcId="{67EFCAF6-31EA-4720-843D-65130830B891}" destId="{42E61A83-1015-41D8-9021-30A99F1EE5F7}" srcOrd="1" destOrd="0" presId="urn:microsoft.com/office/officeart/2005/8/layout/bProcess3"/>
    <dgm:cxn modelId="{C546235F-D39F-43AD-923C-B773A9FE957F}" type="presOf" srcId="{11B24BC0-D7DA-493A-9EAB-9B645602D549}" destId="{56CAC1E8-F7F5-4570-B931-9788280E4478}" srcOrd="0" destOrd="0" presId="urn:microsoft.com/office/officeart/2005/8/layout/bProcess3"/>
    <dgm:cxn modelId="{75C99863-D805-42DB-9240-A8ADE44B4F02}" type="presOf" srcId="{278CB20E-6A1C-4981-A5B5-13378A1D1B53}" destId="{87A85B52-525E-43B8-8F6A-AF52C773894B}" srcOrd="0" destOrd="0" presId="urn:microsoft.com/office/officeart/2005/8/layout/bProcess3"/>
    <dgm:cxn modelId="{9B5C6147-E7ED-4EFC-BB22-C22FB1E066DE}" type="presOf" srcId="{099948C7-45A5-4941-A3DF-BA695EFF6FC8}" destId="{F658D2BD-7EFB-4211-8993-F1A91F406DE8}" srcOrd="1" destOrd="0" presId="urn:microsoft.com/office/officeart/2005/8/layout/bProcess3"/>
    <dgm:cxn modelId="{DE20DA6A-4550-4AD0-8315-C5D4F47247BF}" srcId="{AF0EC765-8438-4E53-BD3A-3F7D95B62ABD}" destId="{236A247F-2693-4AFD-A011-C0FA54AFE55C}" srcOrd="4" destOrd="0" parTransId="{BAB806FD-4B4A-48EE-A032-DAA565F7B215}" sibTransId="{278CB20E-6A1C-4981-A5B5-13378A1D1B53}"/>
    <dgm:cxn modelId="{5C45F16C-0909-4D49-A76D-9CE9DFC22DAD}" srcId="{AF0EC765-8438-4E53-BD3A-3F7D95B62ABD}" destId="{D7002335-CDC3-4EE9-A1B5-9819B862825F}" srcOrd="6" destOrd="0" parTransId="{63A033E7-FDBC-45D0-93E8-FEBD1B7F8CD0}" sibTransId="{BFFCC6F2-5232-49D0-A423-5E4E2F17C389}"/>
    <dgm:cxn modelId="{345F0F4D-8935-489D-8DC9-D4C432E3E1B0}" type="presOf" srcId="{E2BB5587-25A8-4365-9C9B-5693760EA70B}" destId="{B24BF227-F723-4981-B564-9968E058D862}" srcOrd="0" destOrd="0" presId="urn:microsoft.com/office/officeart/2005/8/layout/bProcess3"/>
    <dgm:cxn modelId="{A847096F-3A05-49C6-B5B8-38B31494ABE8}" type="presOf" srcId="{AF0EC765-8438-4E53-BD3A-3F7D95B62ABD}" destId="{10C2F158-84F6-4C07-ADFA-77125D8B04E0}" srcOrd="0" destOrd="0" presId="urn:microsoft.com/office/officeart/2005/8/layout/bProcess3"/>
    <dgm:cxn modelId="{ADDAF270-1387-4635-968E-CC7B33E0CB56}" type="presOf" srcId="{236A247F-2693-4AFD-A011-C0FA54AFE55C}" destId="{C0B63ABA-6150-45B8-8434-FEBC364E8BF8}" srcOrd="0" destOrd="0" presId="urn:microsoft.com/office/officeart/2005/8/layout/bProcess3"/>
    <dgm:cxn modelId="{8D6C2272-E78A-42C7-8625-6CE0FD43E4D1}" type="presOf" srcId="{72518423-9F9F-4D60-94B4-E8657EDDD774}" destId="{90339661-CF87-43A5-A34A-A456E781C8B6}" srcOrd="0" destOrd="0" presId="urn:microsoft.com/office/officeart/2005/8/layout/bProcess3"/>
    <dgm:cxn modelId="{0BA49772-54C8-403A-AFCB-5307C586B1A4}" type="presOf" srcId="{5636A49A-262D-4776-B4DD-C679BE23A5E3}" destId="{44895935-7855-4D53-8F9E-A2888DC2E4C8}" srcOrd="0" destOrd="0" presId="urn:microsoft.com/office/officeart/2005/8/layout/bProcess3"/>
    <dgm:cxn modelId="{01177055-FBF0-4C97-8847-CDBC55C016DF}" srcId="{AF0EC765-8438-4E53-BD3A-3F7D95B62ABD}" destId="{11B24BC0-D7DA-493A-9EAB-9B645602D549}" srcOrd="12" destOrd="0" parTransId="{447CBAC3-A9BA-44AF-88C6-A785446485B5}" sibTransId="{ECA401BB-98C3-40E2-8F2C-633126032C1D}"/>
    <dgm:cxn modelId="{D41E3156-735E-41DA-8AFC-DFBC57AA9DA5}" type="presOf" srcId="{E214CB1D-238D-4BC5-B5D5-4004093C0E63}" destId="{04562270-20AC-4D56-8BC0-1B6EE48FFEBB}" srcOrd="0" destOrd="0" presId="urn:microsoft.com/office/officeart/2005/8/layout/bProcess3"/>
    <dgm:cxn modelId="{F6698077-55AE-4C10-876F-D946D67A9652}" srcId="{AF0EC765-8438-4E53-BD3A-3F7D95B62ABD}" destId="{C21D261A-B384-47C3-BF9A-E4AA7397B1C1}" srcOrd="2" destOrd="0" parTransId="{E8EE4296-B8B9-435D-BB9B-F92591A76496}" sibTransId="{8029EBBC-0652-491D-90B9-E270B2661C4E}"/>
    <dgm:cxn modelId="{89391679-4440-474B-A1A4-047E1E233F9E}" type="presOf" srcId="{B3ACF5DE-C69F-46A0-A076-72D7B272AC4D}" destId="{AF34F456-75A9-4EA2-91BB-716F8043E61D}" srcOrd="1" destOrd="0" presId="urn:microsoft.com/office/officeart/2005/8/layout/bProcess3"/>
    <dgm:cxn modelId="{D77AD47A-1FD6-4D11-B57D-C38C9F8C3C77}" type="presOf" srcId="{A32B9F13-A5CB-43ED-829C-7F6372D48E00}" destId="{9B8A0711-5598-4FB3-B449-3BB8241260F5}" srcOrd="0" destOrd="0" presId="urn:microsoft.com/office/officeart/2005/8/layout/bProcess3"/>
    <dgm:cxn modelId="{8CC55183-7F79-43BC-AC34-382D2DD04F6A}" type="presOf" srcId="{A9828FA9-4C52-472A-B43F-ADABA809E4D6}" destId="{7D7E9C8F-0C3B-40CA-A95F-D0DE96E0099C}" srcOrd="0" destOrd="0" presId="urn:microsoft.com/office/officeart/2005/8/layout/bProcess3"/>
    <dgm:cxn modelId="{976E3F85-D233-43FC-ACC5-BE0FF427F6C5}" type="presOf" srcId="{99628FE4-39F6-45D7-885A-AF25D8A2A91E}" destId="{C9EFE489-6DDC-41C0-B7E1-74475651D8D2}" srcOrd="0" destOrd="0" presId="urn:microsoft.com/office/officeart/2005/8/layout/bProcess3"/>
    <dgm:cxn modelId="{B8193186-DA86-40D7-8919-FE35B092809D}" type="presOf" srcId="{F70D8311-F027-4ADC-8C4D-BA90E5F928CA}" destId="{2A3C2947-B008-4640-BFE1-6C2688347CF1}" srcOrd="1" destOrd="0" presId="urn:microsoft.com/office/officeart/2005/8/layout/bProcess3"/>
    <dgm:cxn modelId="{C4BCC587-0865-416A-BBE2-3EDD550BFB1F}" type="presOf" srcId="{4AF059E7-B1E0-483D-A6B0-032736644429}" destId="{062BDEEF-901A-4C6A-B876-32BD03E9A54C}" srcOrd="1" destOrd="0" presId="urn:microsoft.com/office/officeart/2005/8/layout/bProcess3"/>
    <dgm:cxn modelId="{AF96398A-0398-404D-A7C9-307D225A6C08}" srcId="{AF0EC765-8438-4E53-BD3A-3F7D95B62ABD}" destId="{FB917EA1-42E1-45D0-9A0B-71A4254A4681}" srcOrd="7" destOrd="0" parTransId="{7656A2E6-0B8F-464D-A228-8C95C7457CF7}" sibTransId="{4AF059E7-B1E0-483D-A6B0-032736644429}"/>
    <dgm:cxn modelId="{88A18E93-4F7E-445B-B83E-ECA573C46D08}" srcId="{AF0EC765-8438-4E53-BD3A-3F7D95B62ABD}" destId="{5636A49A-262D-4776-B4DD-C679BE23A5E3}" srcOrd="8" destOrd="0" parTransId="{C23B956B-66FD-467A-97E4-D57DCAE1A1D4}" sibTransId="{72518423-9F9F-4D60-94B4-E8657EDDD774}"/>
    <dgm:cxn modelId="{DE3F7497-02D2-4F30-B703-6302EA85AD72}" type="presOf" srcId="{7FE2119D-913F-4502-B9D5-1808ED813FA6}" destId="{982F1409-29EC-460C-A04A-FE8558728555}" srcOrd="0" destOrd="0" presId="urn:microsoft.com/office/officeart/2005/8/layout/bProcess3"/>
    <dgm:cxn modelId="{EC64EC9E-6125-4A35-89CF-50A64EDEB715}" type="presOf" srcId="{FB917EA1-42E1-45D0-9A0B-71A4254A4681}" destId="{CE5808CF-73F3-42EE-9DBD-8BC3040C52DF}" srcOrd="0" destOrd="0" presId="urn:microsoft.com/office/officeart/2005/8/layout/bProcess3"/>
    <dgm:cxn modelId="{79ABA0A4-C7C3-488D-8D29-358EA980D0EF}" type="presOf" srcId="{2BCCD86A-1C24-4DF8-BB07-D69E8E493AF5}" destId="{4C33F48C-19D4-4A2B-BEA6-7D22DCD037FA}" srcOrd="1" destOrd="0" presId="urn:microsoft.com/office/officeart/2005/8/layout/bProcess3"/>
    <dgm:cxn modelId="{079F59B9-1D2B-450C-B34E-7E784C4750A9}" srcId="{AF0EC765-8438-4E53-BD3A-3F7D95B62ABD}" destId="{E2BB5587-25A8-4365-9C9B-5693760EA70B}" srcOrd="9" destOrd="0" parTransId="{3214DD7C-F852-4806-B30B-B8DC1C7ABBF1}" sibTransId="{099948C7-45A5-4941-A3DF-BA695EFF6FC8}"/>
    <dgm:cxn modelId="{8204FEC0-E048-41C6-BD8B-64FFB717201A}" type="presOf" srcId="{C21D261A-B384-47C3-BF9A-E4AA7397B1C1}" destId="{2945394B-C9F4-4531-9326-85D1E4D2DCFE}" srcOrd="0" destOrd="0" presId="urn:microsoft.com/office/officeart/2005/8/layout/bProcess3"/>
    <dgm:cxn modelId="{FC2D74C2-F239-4D9F-84B3-C66143E1D92E}" srcId="{AF0EC765-8438-4E53-BD3A-3F7D95B62ABD}" destId="{C0ACFCB5-06E6-46E9-8A5D-466BBA03CF12}" srcOrd="10" destOrd="0" parTransId="{D78B7ED4-2653-4213-A61E-6BFB8D4361CB}" sibTransId="{14E4C106-BF58-4318-8954-B986EAA57419}"/>
    <dgm:cxn modelId="{DD6A0FCA-1EE1-4994-BF4A-BE5A23972400}" type="presOf" srcId="{BFFCC6F2-5232-49D0-A423-5E4E2F17C389}" destId="{D20D62BE-B3AC-4B18-B049-9CF29BE58B43}" srcOrd="1" destOrd="0" presId="urn:microsoft.com/office/officeart/2005/8/layout/bProcess3"/>
    <dgm:cxn modelId="{4F9109CB-1639-4547-9A7B-B0EFE9CAADEE}" type="presOf" srcId="{72518423-9F9F-4D60-94B4-E8657EDDD774}" destId="{8BDBCFB7-4608-479C-8F6E-7CE507CA6D9B}" srcOrd="1" destOrd="0" presId="urn:microsoft.com/office/officeart/2005/8/layout/bProcess3"/>
    <dgm:cxn modelId="{5E7AF6CB-E253-4C62-B216-8C4356CD5E64}" type="presOf" srcId="{14E4C106-BF58-4318-8954-B986EAA57419}" destId="{3814484C-90C2-4E03-9041-123FF5D5C59D}" srcOrd="1" destOrd="0" presId="urn:microsoft.com/office/officeart/2005/8/layout/bProcess3"/>
    <dgm:cxn modelId="{841B12CC-E59C-4360-B5C1-DF9DC3E46052}" type="presOf" srcId="{1F9FE66D-AC43-49DE-A65A-215AF9D5B19B}" destId="{C174FDF3-F9FC-4B42-884B-72095689C2DE}" srcOrd="0" destOrd="0" presId="urn:microsoft.com/office/officeart/2005/8/layout/bProcess3"/>
    <dgm:cxn modelId="{8FC531D8-2B49-47BE-A751-4A7B2D625F91}" type="presOf" srcId="{278CB20E-6A1C-4981-A5B5-13378A1D1B53}" destId="{372CBD79-0408-4F3E-AA23-DB23CA421C8D}" srcOrd="1" destOrd="0" presId="urn:microsoft.com/office/officeart/2005/8/layout/bProcess3"/>
    <dgm:cxn modelId="{7DF845DB-D8D4-49F5-A530-C099263C34C8}" srcId="{AF0EC765-8438-4E53-BD3A-3F7D95B62ABD}" destId="{A9828FA9-4C52-472A-B43F-ADABA809E4D6}" srcOrd="5" destOrd="0" parTransId="{BA4AB8C8-38C3-459B-8D77-7BE1FB544004}" sibTransId="{B3ACF5DE-C69F-46A0-A076-72D7B272AC4D}"/>
    <dgm:cxn modelId="{8C95ADDE-305B-42DD-8722-4CA8A3FE3D15}" type="presOf" srcId="{099948C7-45A5-4941-A3DF-BA695EFF6FC8}" destId="{AD12073A-7156-488D-863C-99F67BA0743E}" srcOrd="0" destOrd="0" presId="urn:microsoft.com/office/officeart/2005/8/layout/bProcess3"/>
    <dgm:cxn modelId="{A21629E3-E66F-4EB0-8642-2237EC26976A}" type="presOf" srcId="{B3ACF5DE-C69F-46A0-A076-72D7B272AC4D}" destId="{CC7E5504-C031-4923-AAEC-7517B51B26A2}" srcOrd="0" destOrd="0" presId="urn:microsoft.com/office/officeart/2005/8/layout/bProcess3"/>
    <dgm:cxn modelId="{2C458FE4-8566-40CB-B3AA-93D064CE5BB9}" srcId="{AF0EC765-8438-4E53-BD3A-3F7D95B62ABD}" destId="{7FE2119D-913F-4502-B9D5-1808ED813FA6}" srcOrd="11" destOrd="0" parTransId="{55CA2889-54D8-4057-B2E3-128AE4659B12}" sibTransId="{1F9FE66D-AC43-49DE-A65A-215AF9D5B19B}"/>
    <dgm:cxn modelId="{73188EF3-4810-4529-B2F3-A5A33665E05F}" type="presOf" srcId="{C0ACFCB5-06E6-46E9-8A5D-466BBA03CF12}" destId="{44463367-61B2-4D80-82C4-05DED99EACEA}" srcOrd="0" destOrd="0" presId="urn:microsoft.com/office/officeart/2005/8/layout/bProcess3"/>
    <dgm:cxn modelId="{959E57F9-5468-4536-A36F-C00C180B3D2A}" type="presOf" srcId="{1F9FE66D-AC43-49DE-A65A-215AF9D5B19B}" destId="{69115B93-27D1-453D-9B49-F47E2017B100}" srcOrd="1" destOrd="0" presId="urn:microsoft.com/office/officeart/2005/8/layout/bProcess3"/>
    <dgm:cxn modelId="{42911EFB-9907-461E-A037-1579A4EAAD31}" type="presOf" srcId="{2BCCD86A-1C24-4DF8-BB07-D69E8E493AF5}" destId="{4CD75FC9-6D8E-43BE-BD2E-65F70BB40FFC}" srcOrd="0" destOrd="0" presId="urn:microsoft.com/office/officeart/2005/8/layout/bProcess3"/>
    <dgm:cxn modelId="{0C1422FD-F821-444E-99C9-6EB41A4C91CC}" type="presOf" srcId="{67EFCAF6-31EA-4720-843D-65130830B891}" destId="{CB78FA80-2403-4D98-B396-B066B581E5FC}" srcOrd="0" destOrd="0" presId="urn:microsoft.com/office/officeart/2005/8/layout/bProcess3"/>
    <dgm:cxn modelId="{A97899E8-5DAE-4902-A74A-2FD1A7340ADC}" type="presParOf" srcId="{10C2F158-84F6-4C07-ADFA-77125D8B04E0}" destId="{C9EFE489-6DDC-41C0-B7E1-74475651D8D2}" srcOrd="0" destOrd="0" presId="urn:microsoft.com/office/officeart/2005/8/layout/bProcess3"/>
    <dgm:cxn modelId="{26F446F6-2A50-45AF-8AF9-EC20378693C7}" type="presParOf" srcId="{10C2F158-84F6-4C07-ADFA-77125D8B04E0}" destId="{706466B8-7E99-4AF0-9B71-FD3DBF10FDDD}" srcOrd="1" destOrd="0" presId="urn:microsoft.com/office/officeart/2005/8/layout/bProcess3"/>
    <dgm:cxn modelId="{CCEFC97E-06D2-4740-B067-1FE9C96F26E3}" type="presParOf" srcId="{706466B8-7E99-4AF0-9B71-FD3DBF10FDDD}" destId="{2A3C2947-B008-4640-BFE1-6C2688347CF1}" srcOrd="0" destOrd="0" presId="urn:microsoft.com/office/officeart/2005/8/layout/bProcess3"/>
    <dgm:cxn modelId="{C9D11CA4-BD36-44AC-B907-1E58D35C5B0F}" type="presParOf" srcId="{10C2F158-84F6-4C07-ADFA-77125D8B04E0}" destId="{9B8A0711-5598-4FB3-B449-3BB8241260F5}" srcOrd="2" destOrd="0" presId="urn:microsoft.com/office/officeart/2005/8/layout/bProcess3"/>
    <dgm:cxn modelId="{9B2227A6-266C-475D-B703-038BF5BEE581}" type="presParOf" srcId="{10C2F158-84F6-4C07-ADFA-77125D8B04E0}" destId="{4CD75FC9-6D8E-43BE-BD2E-65F70BB40FFC}" srcOrd="3" destOrd="0" presId="urn:microsoft.com/office/officeart/2005/8/layout/bProcess3"/>
    <dgm:cxn modelId="{D89380F4-D2B9-4626-8BEF-BB416ED45375}" type="presParOf" srcId="{4CD75FC9-6D8E-43BE-BD2E-65F70BB40FFC}" destId="{4C33F48C-19D4-4A2B-BEA6-7D22DCD037FA}" srcOrd="0" destOrd="0" presId="urn:microsoft.com/office/officeart/2005/8/layout/bProcess3"/>
    <dgm:cxn modelId="{0FE9F3A6-562A-42E1-AAF7-60AE69221957}" type="presParOf" srcId="{10C2F158-84F6-4C07-ADFA-77125D8B04E0}" destId="{2945394B-C9F4-4531-9326-85D1E4D2DCFE}" srcOrd="4" destOrd="0" presId="urn:microsoft.com/office/officeart/2005/8/layout/bProcess3"/>
    <dgm:cxn modelId="{35F317F5-0D32-49D5-A6E6-F92E27B83235}" type="presParOf" srcId="{10C2F158-84F6-4C07-ADFA-77125D8B04E0}" destId="{E5476B2C-BCAE-4344-8D69-426D5498D37B}" srcOrd="5" destOrd="0" presId="urn:microsoft.com/office/officeart/2005/8/layout/bProcess3"/>
    <dgm:cxn modelId="{DD14138E-96E7-4354-9479-DA6ECC705F95}" type="presParOf" srcId="{E5476B2C-BCAE-4344-8D69-426D5498D37B}" destId="{E731ABAC-CC2B-434E-AF23-8E009B3CEE49}" srcOrd="0" destOrd="0" presId="urn:microsoft.com/office/officeart/2005/8/layout/bProcess3"/>
    <dgm:cxn modelId="{369F26F5-311B-4F9A-A02E-DCBF950CE83B}" type="presParOf" srcId="{10C2F158-84F6-4C07-ADFA-77125D8B04E0}" destId="{04562270-20AC-4D56-8BC0-1B6EE48FFEBB}" srcOrd="6" destOrd="0" presId="urn:microsoft.com/office/officeart/2005/8/layout/bProcess3"/>
    <dgm:cxn modelId="{10581040-1073-417B-8F4F-20A6B80CA7C1}" type="presParOf" srcId="{10C2F158-84F6-4C07-ADFA-77125D8B04E0}" destId="{CB78FA80-2403-4D98-B396-B066B581E5FC}" srcOrd="7" destOrd="0" presId="urn:microsoft.com/office/officeart/2005/8/layout/bProcess3"/>
    <dgm:cxn modelId="{EC73544C-319B-4799-ABF1-92A6CC35C1CB}" type="presParOf" srcId="{CB78FA80-2403-4D98-B396-B066B581E5FC}" destId="{42E61A83-1015-41D8-9021-30A99F1EE5F7}" srcOrd="0" destOrd="0" presId="urn:microsoft.com/office/officeart/2005/8/layout/bProcess3"/>
    <dgm:cxn modelId="{97B4B213-5BAD-474B-9644-CF594566D9A7}" type="presParOf" srcId="{10C2F158-84F6-4C07-ADFA-77125D8B04E0}" destId="{C0B63ABA-6150-45B8-8434-FEBC364E8BF8}" srcOrd="8" destOrd="0" presId="urn:microsoft.com/office/officeart/2005/8/layout/bProcess3"/>
    <dgm:cxn modelId="{D2C19D58-CEC8-4C4D-AAB8-A0AEBDCD841E}" type="presParOf" srcId="{10C2F158-84F6-4C07-ADFA-77125D8B04E0}" destId="{87A85B52-525E-43B8-8F6A-AF52C773894B}" srcOrd="9" destOrd="0" presId="urn:microsoft.com/office/officeart/2005/8/layout/bProcess3"/>
    <dgm:cxn modelId="{F8651D33-EAC5-4F78-BA8B-BC6E9FFF37ED}" type="presParOf" srcId="{87A85B52-525E-43B8-8F6A-AF52C773894B}" destId="{372CBD79-0408-4F3E-AA23-DB23CA421C8D}" srcOrd="0" destOrd="0" presId="urn:microsoft.com/office/officeart/2005/8/layout/bProcess3"/>
    <dgm:cxn modelId="{E2D836EF-FBB0-431C-B595-E99887152063}" type="presParOf" srcId="{10C2F158-84F6-4C07-ADFA-77125D8B04E0}" destId="{7D7E9C8F-0C3B-40CA-A95F-D0DE96E0099C}" srcOrd="10" destOrd="0" presId="urn:microsoft.com/office/officeart/2005/8/layout/bProcess3"/>
    <dgm:cxn modelId="{28AA3DA0-5778-4BE3-AD42-11397EBBF748}" type="presParOf" srcId="{10C2F158-84F6-4C07-ADFA-77125D8B04E0}" destId="{CC7E5504-C031-4923-AAEC-7517B51B26A2}" srcOrd="11" destOrd="0" presId="urn:microsoft.com/office/officeart/2005/8/layout/bProcess3"/>
    <dgm:cxn modelId="{4DFCDC97-7009-4EF3-A612-ED959F5D6A2D}" type="presParOf" srcId="{CC7E5504-C031-4923-AAEC-7517B51B26A2}" destId="{AF34F456-75A9-4EA2-91BB-716F8043E61D}" srcOrd="0" destOrd="0" presId="urn:microsoft.com/office/officeart/2005/8/layout/bProcess3"/>
    <dgm:cxn modelId="{69047B4E-72D6-488C-B038-5463CE6BB2E4}" type="presParOf" srcId="{10C2F158-84F6-4C07-ADFA-77125D8B04E0}" destId="{A0E182B3-1881-4F05-B4DD-6B61D7A45FD7}" srcOrd="12" destOrd="0" presId="urn:microsoft.com/office/officeart/2005/8/layout/bProcess3"/>
    <dgm:cxn modelId="{4F5D86CD-3F64-4E82-829D-8CC2AE80FE31}" type="presParOf" srcId="{10C2F158-84F6-4C07-ADFA-77125D8B04E0}" destId="{B214FD84-7719-497B-AA58-FC75D0B4B91E}" srcOrd="13" destOrd="0" presId="urn:microsoft.com/office/officeart/2005/8/layout/bProcess3"/>
    <dgm:cxn modelId="{49962AF6-5998-469E-BFF8-9F816BBDAC90}" type="presParOf" srcId="{B214FD84-7719-497B-AA58-FC75D0B4B91E}" destId="{D20D62BE-B3AC-4B18-B049-9CF29BE58B43}" srcOrd="0" destOrd="0" presId="urn:microsoft.com/office/officeart/2005/8/layout/bProcess3"/>
    <dgm:cxn modelId="{32BBC9CE-E4E2-421D-BE45-1C8B43F5D18D}" type="presParOf" srcId="{10C2F158-84F6-4C07-ADFA-77125D8B04E0}" destId="{CE5808CF-73F3-42EE-9DBD-8BC3040C52DF}" srcOrd="14" destOrd="0" presId="urn:microsoft.com/office/officeart/2005/8/layout/bProcess3"/>
    <dgm:cxn modelId="{D471FC2F-A092-4481-8165-91533CFF9A16}" type="presParOf" srcId="{10C2F158-84F6-4C07-ADFA-77125D8B04E0}" destId="{14D8068A-65EE-46F5-BBD9-FA3CF99E6DA0}" srcOrd="15" destOrd="0" presId="urn:microsoft.com/office/officeart/2005/8/layout/bProcess3"/>
    <dgm:cxn modelId="{E70FE3AF-6DF5-49EC-A175-FA4295AB2B8B}" type="presParOf" srcId="{14D8068A-65EE-46F5-BBD9-FA3CF99E6DA0}" destId="{062BDEEF-901A-4C6A-B876-32BD03E9A54C}" srcOrd="0" destOrd="0" presId="urn:microsoft.com/office/officeart/2005/8/layout/bProcess3"/>
    <dgm:cxn modelId="{E9F38153-9144-4E85-AE69-890BD43B68B8}" type="presParOf" srcId="{10C2F158-84F6-4C07-ADFA-77125D8B04E0}" destId="{44895935-7855-4D53-8F9E-A2888DC2E4C8}" srcOrd="16" destOrd="0" presId="urn:microsoft.com/office/officeart/2005/8/layout/bProcess3"/>
    <dgm:cxn modelId="{2387DF7B-F4BF-4697-BDF2-5537D6A45DD2}" type="presParOf" srcId="{10C2F158-84F6-4C07-ADFA-77125D8B04E0}" destId="{90339661-CF87-43A5-A34A-A456E781C8B6}" srcOrd="17" destOrd="0" presId="urn:microsoft.com/office/officeart/2005/8/layout/bProcess3"/>
    <dgm:cxn modelId="{046E61FE-FF18-4D0F-AD01-5C7678BC8CDB}" type="presParOf" srcId="{90339661-CF87-43A5-A34A-A456E781C8B6}" destId="{8BDBCFB7-4608-479C-8F6E-7CE507CA6D9B}" srcOrd="0" destOrd="0" presId="urn:microsoft.com/office/officeart/2005/8/layout/bProcess3"/>
    <dgm:cxn modelId="{4ACEC134-B5FD-4D33-AFC8-EF495711DF7E}" type="presParOf" srcId="{10C2F158-84F6-4C07-ADFA-77125D8B04E0}" destId="{B24BF227-F723-4981-B564-9968E058D862}" srcOrd="18" destOrd="0" presId="urn:microsoft.com/office/officeart/2005/8/layout/bProcess3"/>
    <dgm:cxn modelId="{B4645225-57B7-4A12-BB8C-82846867CD50}" type="presParOf" srcId="{10C2F158-84F6-4C07-ADFA-77125D8B04E0}" destId="{AD12073A-7156-488D-863C-99F67BA0743E}" srcOrd="19" destOrd="0" presId="urn:microsoft.com/office/officeart/2005/8/layout/bProcess3"/>
    <dgm:cxn modelId="{64C070DF-DAB8-40FD-83FE-C4D8CF551189}" type="presParOf" srcId="{AD12073A-7156-488D-863C-99F67BA0743E}" destId="{F658D2BD-7EFB-4211-8993-F1A91F406DE8}" srcOrd="0" destOrd="0" presId="urn:microsoft.com/office/officeart/2005/8/layout/bProcess3"/>
    <dgm:cxn modelId="{F48C1898-384E-4E6D-B518-1DC8C67B34D4}" type="presParOf" srcId="{10C2F158-84F6-4C07-ADFA-77125D8B04E0}" destId="{44463367-61B2-4D80-82C4-05DED99EACEA}" srcOrd="20" destOrd="0" presId="urn:microsoft.com/office/officeart/2005/8/layout/bProcess3"/>
    <dgm:cxn modelId="{C84B6B76-0299-4E34-A1E3-FAADCBC5D21A}" type="presParOf" srcId="{10C2F158-84F6-4C07-ADFA-77125D8B04E0}" destId="{5B50904D-7A9A-43A8-8DF9-B9E20F3E5C86}" srcOrd="21" destOrd="0" presId="urn:microsoft.com/office/officeart/2005/8/layout/bProcess3"/>
    <dgm:cxn modelId="{20141DE0-5E3D-4C7D-8869-FE1A3B75AB91}" type="presParOf" srcId="{5B50904D-7A9A-43A8-8DF9-B9E20F3E5C86}" destId="{3814484C-90C2-4E03-9041-123FF5D5C59D}" srcOrd="0" destOrd="0" presId="urn:microsoft.com/office/officeart/2005/8/layout/bProcess3"/>
    <dgm:cxn modelId="{BE14D38A-185B-4F47-A62D-5896DF41195C}" type="presParOf" srcId="{10C2F158-84F6-4C07-ADFA-77125D8B04E0}" destId="{982F1409-29EC-460C-A04A-FE8558728555}" srcOrd="22" destOrd="0" presId="urn:microsoft.com/office/officeart/2005/8/layout/bProcess3"/>
    <dgm:cxn modelId="{0A0E6BAA-F1FA-4456-853F-6497DE6A1075}" type="presParOf" srcId="{10C2F158-84F6-4C07-ADFA-77125D8B04E0}" destId="{C174FDF3-F9FC-4B42-884B-72095689C2DE}" srcOrd="23" destOrd="0" presId="urn:microsoft.com/office/officeart/2005/8/layout/bProcess3"/>
    <dgm:cxn modelId="{3C205786-2C91-4F53-ACDC-AB5EE8A40A8A}" type="presParOf" srcId="{C174FDF3-F9FC-4B42-884B-72095689C2DE}" destId="{69115B93-27D1-453D-9B49-F47E2017B100}" srcOrd="0" destOrd="0" presId="urn:microsoft.com/office/officeart/2005/8/layout/bProcess3"/>
    <dgm:cxn modelId="{538CB872-DE20-4F41-909B-7AA619320382}" type="presParOf" srcId="{10C2F158-84F6-4C07-ADFA-77125D8B04E0}" destId="{56CAC1E8-F7F5-4570-B931-9788280E4478}" srcOrd="24" destOrd="0" presId="urn:microsoft.com/office/officeart/2005/8/layout/bProcess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12AA95-1B89-4BB3-B23A-6456FC177E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04817A6-D1D6-43A3-85C7-6D351C63FEB1}">
      <dgm:prSet phldrT="[텍스트]" custT="1"/>
      <dgm:spPr>
        <a:solidFill>
          <a:srgbClr val="CF1E3D"/>
        </a:solidFill>
        <a:ln>
          <a:noFill/>
        </a:ln>
      </dgm:spPr>
      <dgm:t>
        <a:bodyPr/>
        <a:lstStyle/>
        <a:p>
          <a:pPr latinLnBrk="1"/>
          <a:r>
            <a:rPr lang="ko-KR" altLang="en-US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알파</a:t>
          </a:r>
          <a:r>
            <a:rPr lang="el-GR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α</a:t>
          </a:r>
          <a:r>
            <a:rPr lang="en-US" altLang="ko-KR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베타</a:t>
          </a:r>
          <a:r>
            <a:rPr lang="el-GR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β</a:t>
          </a:r>
          <a:r>
            <a:rPr lang="en-US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(</a:t>
          </a:r>
          <a:r>
            <a:rPr lang="ko-KR" altLang="en-US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상위계층</a:t>
          </a:r>
          <a:r>
            <a:rPr lang="en-US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)</a:t>
          </a:r>
          <a:r>
            <a:rPr lang="ko-KR" altLang="en-US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</a:t>
          </a:r>
        </a:p>
      </dgm:t>
    </dgm:pt>
    <dgm:pt modelId="{3E203FBE-A002-4D95-B58F-DD6C9C50C1AD}" type="parTrans" cxnId="{CA09B401-660A-4473-A310-E49801B2048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6681823-BAD1-4D8D-9B6F-0DD3DE3303B1}" type="sibTrans" cxnId="{CA09B401-660A-4473-A310-E49801B2048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502B0D2D-70B8-47D0-A9C8-5CD868A4FDB7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출중한 외모</a:t>
          </a:r>
        </a:p>
      </dgm:t>
    </dgm:pt>
    <dgm:pt modelId="{CF2C7744-3175-47B0-B4A8-02ECA1529EB0}" type="parTrans" cxnId="{A1DE48C3-040F-4C59-A0EC-2DEEE3946085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3154FE9-DE67-41E2-BE7C-27DB54393195}" type="sibTrans" cxnId="{A1DE48C3-040F-4C59-A0EC-2DEEE3946085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E92DA72-C8F4-4DBC-A4EB-026E1F99AC46}">
      <dgm:prSet phldrT="[텍스트]" custT="1"/>
      <dgm:spPr>
        <a:solidFill>
          <a:srgbClr val="353B6D"/>
        </a:solidFill>
        <a:ln>
          <a:noFill/>
        </a:ln>
      </dgm:spPr>
      <dgm:t>
        <a:bodyPr/>
        <a:lstStyle/>
        <a:p>
          <a:pPr latinLnBrk="1"/>
          <a:r>
            <a:rPr lang="ko-KR" altLang="en-US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감마</a:t>
          </a:r>
          <a:r>
            <a:rPr lang="el-GR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γ</a:t>
          </a:r>
          <a:r>
            <a:rPr lang="en-US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델타</a:t>
          </a:r>
          <a:r>
            <a:rPr lang="el-GR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δ</a:t>
          </a:r>
          <a:r>
            <a:rPr lang="en-US" altLang="ko-KR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&amp;</a:t>
          </a:r>
          <a:r>
            <a:rPr lang="ko-KR" altLang="en-US" sz="18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엡실론</a:t>
          </a:r>
          <a:r>
            <a:rPr lang="el-GR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ε</a:t>
          </a:r>
          <a:r>
            <a:rPr lang="en-US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(</a:t>
          </a:r>
          <a:r>
            <a:rPr lang="ko-KR" altLang="en-US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하위계층</a:t>
          </a:r>
          <a:r>
            <a:rPr lang="en-US" altLang="ko-KR" sz="1800" b="0" i="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)</a:t>
          </a:r>
          <a:endParaRPr lang="ko-KR" altLang="en-US" sz="1800" dirty="0">
            <a:solidFill>
              <a:schemeClr val="bg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541E112A-F050-445F-9650-71B3F8B75627}" type="parTrans" cxnId="{5535493C-3065-46C3-856A-506D036D8243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144DD10-A8BC-47D8-AA9E-E60F95C27928}" type="sibTrans" cxnId="{5535493C-3065-46C3-856A-506D036D8243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BA8978AF-C850-4F22-87DD-2A69FA862417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작은 체구와 악취</a:t>
          </a:r>
        </a:p>
      </dgm:t>
    </dgm:pt>
    <dgm:pt modelId="{B0AA653A-3CA2-46E8-9173-61B4DB1068B3}" type="parTrans" cxnId="{B8F85EC7-55C9-4ED3-91EF-D261AC400CB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4A3637A6-21E0-45BE-B9AC-91CCBB078238}" type="sibTrans" cxnId="{B8F85EC7-55C9-4ED3-91EF-D261AC400CB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0D23B87-4434-4A6F-B881-50FD4093F3E5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난자 </a:t>
          </a: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1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개당 </a:t>
          </a: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1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명</a:t>
          </a:r>
        </a:p>
      </dgm:t>
    </dgm:pt>
    <dgm:pt modelId="{8A8B1B88-42B7-40D6-BAD7-9631CB2F251D}" type="parTrans" cxnId="{39E514CE-C735-428D-BC6C-1AEEA4F68FCE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C39367C-1097-4366-BB93-CEDBDA3915A3}" type="sibTrans" cxnId="{39E514CE-C735-428D-BC6C-1AEEA4F68FCE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5DE272B9-547A-4787-83CA-F393AE90CFAB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최대 </a:t>
          </a: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96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명의 쌍둥이</a:t>
          </a:r>
        </a:p>
      </dgm:t>
    </dgm:pt>
    <dgm:pt modelId="{8300EA1E-1FA3-452D-A7C7-185576651684}" type="parTrans" cxnId="{57702487-D285-4252-8806-BE40579F68B2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285AE43D-416F-4C0B-A6CB-0E279DF8D4B1}" type="sibTrans" cxnId="{57702487-D285-4252-8806-BE40579F68B2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76570B16-0BB7-4B6E-AA0D-9BA02EC598BD}">
      <dgm:prSet phldrT="[텍스트]" custT="1"/>
      <dgm:spPr/>
      <dgm:t>
        <a:bodyPr/>
        <a:lstStyle/>
        <a:p>
          <a:pPr latinLnBrk="1"/>
          <a:endParaRPr lang="ko-KR" altLang="en-US" sz="16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F9B803A0-9439-4415-B386-7BC6EAD76CB0}" type="parTrans" cxnId="{DBC47DF0-0A9A-40D5-82C3-0ACA85C8F9E5}">
      <dgm:prSet/>
      <dgm:spPr/>
      <dgm:t>
        <a:bodyPr/>
        <a:lstStyle/>
        <a:p>
          <a:pPr latinLnBrk="1"/>
          <a:endParaRPr lang="ko-KR" altLang="en-US"/>
        </a:p>
      </dgm:t>
    </dgm:pt>
    <dgm:pt modelId="{2702D24D-B2D6-4B9A-BCAB-AF97B1A6A371}" type="sibTrans" cxnId="{DBC47DF0-0A9A-40D5-82C3-0ACA85C8F9E5}">
      <dgm:prSet/>
      <dgm:spPr/>
      <dgm:t>
        <a:bodyPr/>
        <a:lstStyle/>
        <a:p>
          <a:pPr latinLnBrk="1"/>
          <a:endParaRPr lang="ko-KR" altLang="en-US"/>
        </a:p>
      </dgm:t>
    </dgm:pt>
    <dgm:pt modelId="{272A8B97-55AC-4D1A-A591-7CF9B0E4F2DD}">
      <dgm:prSet phldrT="[텍스트]" custT="1"/>
      <dgm:spPr/>
      <dgm:t>
        <a:bodyPr/>
        <a:lstStyle/>
        <a:p>
          <a:pPr latinLnBrk="1"/>
          <a:endParaRPr lang="ko-KR" altLang="en-US" sz="16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5099B30-4820-4DE8-A381-4E1ADAF3AEF8}" type="parTrans" cxnId="{2EB982E5-32B3-4B5C-A265-DC375855CC9C}">
      <dgm:prSet/>
      <dgm:spPr/>
      <dgm:t>
        <a:bodyPr/>
        <a:lstStyle/>
        <a:p>
          <a:pPr latinLnBrk="1"/>
          <a:endParaRPr lang="ko-KR" altLang="en-US"/>
        </a:p>
      </dgm:t>
    </dgm:pt>
    <dgm:pt modelId="{25B40737-BF62-45BF-A4CE-643DB98BB576}" type="sibTrans" cxnId="{2EB982E5-32B3-4B5C-A265-DC375855CC9C}">
      <dgm:prSet/>
      <dgm:spPr/>
      <dgm:t>
        <a:bodyPr/>
        <a:lstStyle/>
        <a:p>
          <a:pPr latinLnBrk="1"/>
          <a:endParaRPr lang="ko-KR" altLang="en-US"/>
        </a:p>
      </dgm:t>
    </dgm:pt>
    <dgm:pt modelId="{167129E3-95F7-4471-9E0D-BC42D589CABF}">
      <dgm:prSet phldrT="[텍스트]" custT="1"/>
      <dgm:spPr/>
      <dgm:t>
        <a:bodyPr/>
        <a:lstStyle/>
        <a:p>
          <a:pPr latinLnBrk="1"/>
          <a:endParaRPr lang="ko-KR" altLang="en-US" sz="16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C3169CFE-96B5-4640-A187-AF118E27D86E}" type="parTrans" cxnId="{3BF9DBF1-5AA5-4FC5-9131-724F94EA1987}">
      <dgm:prSet/>
      <dgm:spPr/>
      <dgm:t>
        <a:bodyPr/>
        <a:lstStyle/>
        <a:p>
          <a:pPr latinLnBrk="1"/>
          <a:endParaRPr lang="ko-KR" altLang="en-US"/>
        </a:p>
      </dgm:t>
    </dgm:pt>
    <dgm:pt modelId="{CBFD69D4-4C7D-4297-946B-D089434B9356}" type="sibTrans" cxnId="{3BF9DBF1-5AA5-4FC5-9131-724F94EA1987}">
      <dgm:prSet/>
      <dgm:spPr/>
      <dgm:t>
        <a:bodyPr/>
        <a:lstStyle/>
        <a:p>
          <a:pPr latinLnBrk="1"/>
          <a:endParaRPr lang="ko-KR" altLang="en-US"/>
        </a:p>
      </dgm:t>
    </dgm:pt>
    <dgm:pt modelId="{8E7DFB9F-739D-4B2F-95C6-33CF9FA0B9EF}">
      <dgm:prSet phldrT="[텍스트]" custT="1"/>
      <dgm:spPr/>
      <dgm:t>
        <a:bodyPr/>
        <a:lstStyle/>
        <a:p>
          <a:pPr latinLnBrk="1"/>
          <a:endParaRPr lang="ko-KR" altLang="en-US" sz="16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45FD31C8-F2D0-4900-B15C-82B0325E7C60}" type="parTrans" cxnId="{E06BD44B-F35B-46CF-B56D-1154E4C0981A}">
      <dgm:prSet/>
      <dgm:spPr/>
      <dgm:t>
        <a:bodyPr/>
        <a:lstStyle/>
        <a:p>
          <a:pPr latinLnBrk="1"/>
          <a:endParaRPr lang="ko-KR" altLang="en-US"/>
        </a:p>
      </dgm:t>
    </dgm:pt>
    <dgm:pt modelId="{62E5D8AA-7E24-43AE-912E-72FBD3EF483F}" type="sibTrans" cxnId="{E06BD44B-F35B-46CF-B56D-1154E4C0981A}">
      <dgm:prSet/>
      <dgm:spPr/>
      <dgm:t>
        <a:bodyPr/>
        <a:lstStyle/>
        <a:p>
          <a:pPr latinLnBrk="1"/>
          <a:endParaRPr lang="ko-KR" altLang="en-US"/>
        </a:p>
      </dgm:t>
    </dgm:pt>
    <dgm:pt modelId="{5972A0DF-29EA-4EBE-8C13-E49FCCCF6FF1}">
      <dgm:prSet phldrT="[텍스트]" custT="1"/>
      <dgm:spPr/>
      <dgm:t>
        <a:bodyPr/>
        <a:lstStyle/>
        <a:p>
          <a:pPr latinLnBrk="1"/>
          <a:endParaRPr lang="ko-KR" altLang="en-US" sz="16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5D575F59-7672-484D-8EA9-84EA25FD68FD}" type="parTrans" cxnId="{EA0031C5-6F49-41E0-ADDA-63EB6BBD4DA9}">
      <dgm:prSet/>
      <dgm:spPr/>
      <dgm:t>
        <a:bodyPr/>
        <a:lstStyle/>
        <a:p>
          <a:pPr latinLnBrk="1"/>
          <a:endParaRPr lang="ko-KR" altLang="en-US"/>
        </a:p>
      </dgm:t>
    </dgm:pt>
    <dgm:pt modelId="{8B00D3C8-A77D-4C4B-9FDB-8B0CC0999F25}" type="sibTrans" cxnId="{EA0031C5-6F49-41E0-ADDA-63EB6BBD4DA9}">
      <dgm:prSet/>
      <dgm:spPr/>
      <dgm:t>
        <a:bodyPr/>
        <a:lstStyle/>
        <a:p>
          <a:pPr latinLnBrk="1"/>
          <a:endParaRPr lang="ko-KR" altLang="en-US"/>
        </a:p>
      </dgm:t>
    </dgm:pt>
    <dgm:pt modelId="{FA698728-87CB-43A5-82B0-0E64575745BD}" type="pres">
      <dgm:prSet presAssocID="{CD12AA95-1B89-4BB3-B23A-6456FC177E96}" presName="linear" presStyleCnt="0">
        <dgm:presLayoutVars>
          <dgm:animLvl val="lvl"/>
          <dgm:resizeHandles val="exact"/>
        </dgm:presLayoutVars>
      </dgm:prSet>
      <dgm:spPr/>
    </dgm:pt>
    <dgm:pt modelId="{35F93CF3-955B-4ED3-9D31-26832BCBB856}" type="pres">
      <dgm:prSet presAssocID="{C04817A6-D1D6-43A3-85C7-6D351C63FEB1}" presName="parentText" presStyleLbl="node1" presStyleIdx="0" presStyleCnt="2" custLinFactNeighborY="3935">
        <dgm:presLayoutVars>
          <dgm:chMax val="0"/>
          <dgm:bulletEnabled val="1"/>
        </dgm:presLayoutVars>
      </dgm:prSet>
      <dgm:spPr/>
    </dgm:pt>
    <dgm:pt modelId="{6CA8D72B-EAC4-477D-9049-32254DA74836}" type="pres">
      <dgm:prSet presAssocID="{C04817A6-D1D6-43A3-85C7-6D351C63FEB1}" presName="childText" presStyleLbl="revTx" presStyleIdx="0" presStyleCnt="2">
        <dgm:presLayoutVars>
          <dgm:bulletEnabled val="1"/>
        </dgm:presLayoutVars>
      </dgm:prSet>
      <dgm:spPr/>
    </dgm:pt>
    <dgm:pt modelId="{F1351A1E-AA77-4587-825B-FD21EE90B3A6}" type="pres">
      <dgm:prSet presAssocID="{DE92DA72-C8F4-4DBC-A4EB-026E1F99AC46}" presName="parentText" presStyleLbl="node1" presStyleIdx="1" presStyleCnt="2" custLinFactNeighborY="1411">
        <dgm:presLayoutVars>
          <dgm:chMax val="0"/>
          <dgm:bulletEnabled val="1"/>
        </dgm:presLayoutVars>
      </dgm:prSet>
      <dgm:spPr/>
    </dgm:pt>
    <dgm:pt modelId="{2353E720-563D-4143-B507-7C3FF0089E06}" type="pres">
      <dgm:prSet presAssocID="{DE92DA72-C8F4-4DBC-A4EB-026E1F99AC4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A09B401-660A-4473-A310-E49801B2048F}" srcId="{CD12AA95-1B89-4BB3-B23A-6456FC177E96}" destId="{C04817A6-D1D6-43A3-85C7-6D351C63FEB1}" srcOrd="0" destOrd="0" parTransId="{3E203FBE-A002-4D95-B58F-DD6C9C50C1AD}" sibTransId="{86681823-BAD1-4D8D-9B6F-0DD3DE3303B1}"/>
    <dgm:cxn modelId="{460DA009-48DB-4A92-9238-A5ACF2935AD3}" type="presOf" srcId="{502B0D2D-70B8-47D0-A9C8-5CD868A4FDB7}" destId="{6CA8D72B-EAC4-477D-9049-32254DA74836}" srcOrd="0" destOrd="1" presId="urn:microsoft.com/office/officeart/2005/8/layout/vList2"/>
    <dgm:cxn modelId="{32572D15-C541-4CC2-BC81-16C78CF8480C}" type="presOf" srcId="{D0D23B87-4434-4A6F-B881-50FD4093F3E5}" destId="{6CA8D72B-EAC4-477D-9049-32254DA74836}" srcOrd="0" destOrd="2" presId="urn:microsoft.com/office/officeart/2005/8/layout/vList2"/>
    <dgm:cxn modelId="{7EA12931-D496-42A3-8D93-860ACD6AEBD3}" type="presOf" srcId="{DE92DA72-C8F4-4DBC-A4EB-026E1F99AC46}" destId="{F1351A1E-AA77-4587-825B-FD21EE90B3A6}" srcOrd="0" destOrd="0" presId="urn:microsoft.com/office/officeart/2005/8/layout/vList2"/>
    <dgm:cxn modelId="{E521AE34-7884-4AF5-B6A3-61A60DAB678F}" type="presOf" srcId="{8E7DFB9F-739D-4B2F-95C6-33CF9FA0B9EF}" destId="{2353E720-563D-4143-B507-7C3FF0089E06}" srcOrd="0" destOrd="3" presId="urn:microsoft.com/office/officeart/2005/8/layout/vList2"/>
    <dgm:cxn modelId="{5535493C-3065-46C3-856A-506D036D8243}" srcId="{CD12AA95-1B89-4BB3-B23A-6456FC177E96}" destId="{DE92DA72-C8F4-4DBC-A4EB-026E1F99AC46}" srcOrd="1" destOrd="0" parTransId="{541E112A-F050-445F-9650-71B3F8B75627}" sibTransId="{8144DD10-A8BC-47D8-AA9E-E60F95C27928}"/>
    <dgm:cxn modelId="{CB854C61-D2A2-43A6-9A51-C190AAFBB787}" type="presOf" srcId="{272A8B97-55AC-4D1A-A591-7CF9B0E4F2DD}" destId="{6CA8D72B-EAC4-477D-9049-32254DA74836}" srcOrd="0" destOrd="4" presId="urn:microsoft.com/office/officeart/2005/8/layout/vList2"/>
    <dgm:cxn modelId="{E06BD44B-F35B-46CF-B56D-1154E4C0981A}" srcId="{DE92DA72-C8F4-4DBC-A4EB-026E1F99AC46}" destId="{8E7DFB9F-739D-4B2F-95C6-33CF9FA0B9EF}" srcOrd="3" destOrd="0" parTransId="{45FD31C8-F2D0-4900-B15C-82B0325E7C60}" sibTransId="{62E5D8AA-7E24-43AE-912E-72FBD3EF483F}"/>
    <dgm:cxn modelId="{293B1A51-54B0-4FE9-8554-05D75203734A}" type="presOf" srcId="{C04817A6-D1D6-43A3-85C7-6D351C63FEB1}" destId="{35F93CF3-955B-4ED3-9D31-26832BCBB856}" srcOrd="0" destOrd="0" presId="urn:microsoft.com/office/officeart/2005/8/layout/vList2"/>
    <dgm:cxn modelId="{F8114F7A-E698-413C-B750-2F9FF54671CB}" type="presOf" srcId="{BA8978AF-C850-4F22-87DD-2A69FA862417}" destId="{2353E720-563D-4143-B507-7C3FF0089E06}" srcOrd="0" destOrd="1" presId="urn:microsoft.com/office/officeart/2005/8/layout/vList2"/>
    <dgm:cxn modelId="{57702487-D285-4252-8806-BE40579F68B2}" srcId="{DE92DA72-C8F4-4DBC-A4EB-026E1F99AC46}" destId="{5DE272B9-547A-4787-83CA-F393AE90CFAB}" srcOrd="2" destOrd="0" parTransId="{8300EA1E-1FA3-452D-A7C7-185576651684}" sibTransId="{285AE43D-416F-4C0B-A6CB-0E279DF8D4B1}"/>
    <dgm:cxn modelId="{646CB2AA-0895-4EBF-9783-658126C10D03}" type="presOf" srcId="{76570B16-0BB7-4B6E-AA0D-9BA02EC598BD}" destId="{6CA8D72B-EAC4-477D-9049-32254DA74836}" srcOrd="0" destOrd="0" presId="urn:microsoft.com/office/officeart/2005/8/layout/vList2"/>
    <dgm:cxn modelId="{2D310BAD-FEF8-47F6-AAB4-B141D08942EB}" type="presOf" srcId="{5972A0DF-29EA-4EBE-8C13-E49FCCCF6FF1}" destId="{6CA8D72B-EAC4-477D-9049-32254DA74836}" srcOrd="0" destOrd="3" presId="urn:microsoft.com/office/officeart/2005/8/layout/vList2"/>
    <dgm:cxn modelId="{7300B3BA-ADCA-4AB2-BFA6-756375328CD8}" type="presOf" srcId="{5DE272B9-547A-4787-83CA-F393AE90CFAB}" destId="{2353E720-563D-4143-B507-7C3FF0089E06}" srcOrd="0" destOrd="2" presId="urn:microsoft.com/office/officeart/2005/8/layout/vList2"/>
    <dgm:cxn modelId="{DC111CBD-44D4-40AF-B275-AEED84F0DD4F}" type="presOf" srcId="{CD12AA95-1B89-4BB3-B23A-6456FC177E96}" destId="{FA698728-87CB-43A5-82B0-0E64575745BD}" srcOrd="0" destOrd="0" presId="urn:microsoft.com/office/officeart/2005/8/layout/vList2"/>
    <dgm:cxn modelId="{A1DE48C3-040F-4C59-A0EC-2DEEE3946085}" srcId="{C04817A6-D1D6-43A3-85C7-6D351C63FEB1}" destId="{502B0D2D-70B8-47D0-A9C8-5CD868A4FDB7}" srcOrd="1" destOrd="0" parTransId="{CF2C7744-3175-47B0-B4A8-02ECA1529EB0}" sibTransId="{D3154FE9-DE67-41E2-BE7C-27DB54393195}"/>
    <dgm:cxn modelId="{EA0031C5-6F49-41E0-ADDA-63EB6BBD4DA9}" srcId="{C04817A6-D1D6-43A3-85C7-6D351C63FEB1}" destId="{5972A0DF-29EA-4EBE-8C13-E49FCCCF6FF1}" srcOrd="3" destOrd="0" parTransId="{5D575F59-7672-484D-8EA9-84EA25FD68FD}" sibTransId="{8B00D3C8-A77D-4C4B-9FDB-8B0CC0999F25}"/>
    <dgm:cxn modelId="{B8F85EC7-55C9-4ED3-91EF-D261AC400CBF}" srcId="{DE92DA72-C8F4-4DBC-A4EB-026E1F99AC46}" destId="{BA8978AF-C850-4F22-87DD-2A69FA862417}" srcOrd="1" destOrd="0" parTransId="{B0AA653A-3CA2-46E8-9173-61B4DB1068B3}" sibTransId="{4A3637A6-21E0-45BE-B9AC-91CCBB078238}"/>
    <dgm:cxn modelId="{39E514CE-C735-428D-BC6C-1AEEA4F68FCE}" srcId="{C04817A6-D1D6-43A3-85C7-6D351C63FEB1}" destId="{D0D23B87-4434-4A6F-B881-50FD4093F3E5}" srcOrd="2" destOrd="0" parTransId="{8A8B1B88-42B7-40D6-BAD7-9631CB2F251D}" sibTransId="{DC39367C-1097-4366-BB93-CEDBDA3915A3}"/>
    <dgm:cxn modelId="{FCEBBAD3-AE35-4BAE-825D-C8CDF200A241}" type="presOf" srcId="{167129E3-95F7-4471-9E0D-BC42D589CABF}" destId="{2353E720-563D-4143-B507-7C3FF0089E06}" srcOrd="0" destOrd="0" presId="urn:microsoft.com/office/officeart/2005/8/layout/vList2"/>
    <dgm:cxn modelId="{2EB982E5-32B3-4B5C-A265-DC375855CC9C}" srcId="{C04817A6-D1D6-43A3-85C7-6D351C63FEB1}" destId="{272A8B97-55AC-4D1A-A591-7CF9B0E4F2DD}" srcOrd="4" destOrd="0" parTransId="{85099B30-4820-4DE8-A381-4E1ADAF3AEF8}" sibTransId="{25B40737-BF62-45BF-A4CE-643DB98BB576}"/>
    <dgm:cxn modelId="{DBC47DF0-0A9A-40D5-82C3-0ACA85C8F9E5}" srcId="{C04817A6-D1D6-43A3-85C7-6D351C63FEB1}" destId="{76570B16-0BB7-4B6E-AA0D-9BA02EC598BD}" srcOrd="0" destOrd="0" parTransId="{F9B803A0-9439-4415-B386-7BC6EAD76CB0}" sibTransId="{2702D24D-B2D6-4B9A-BCAB-AF97B1A6A371}"/>
    <dgm:cxn modelId="{3BF9DBF1-5AA5-4FC5-9131-724F94EA1987}" srcId="{DE92DA72-C8F4-4DBC-A4EB-026E1F99AC46}" destId="{167129E3-95F7-4471-9E0D-BC42D589CABF}" srcOrd="0" destOrd="0" parTransId="{C3169CFE-96B5-4640-A187-AF118E27D86E}" sibTransId="{CBFD69D4-4C7D-4297-946B-D089434B9356}"/>
    <dgm:cxn modelId="{D70D0F03-428D-4C5E-A960-8F70B74E173C}" type="presParOf" srcId="{FA698728-87CB-43A5-82B0-0E64575745BD}" destId="{35F93CF3-955B-4ED3-9D31-26832BCBB856}" srcOrd="0" destOrd="0" presId="urn:microsoft.com/office/officeart/2005/8/layout/vList2"/>
    <dgm:cxn modelId="{575C0F4A-7BC5-4342-92C2-93BA81371F38}" type="presParOf" srcId="{FA698728-87CB-43A5-82B0-0E64575745BD}" destId="{6CA8D72B-EAC4-477D-9049-32254DA74836}" srcOrd="1" destOrd="0" presId="urn:microsoft.com/office/officeart/2005/8/layout/vList2"/>
    <dgm:cxn modelId="{20533F2C-40FF-415D-8FEB-38A2F6986835}" type="presParOf" srcId="{FA698728-87CB-43A5-82B0-0E64575745BD}" destId="{F1351A1E-AA77-4587-825B-FD21EE90B3A6}" srcOrd="2" destOrd="0" presId="urn:microsoft.com/office/officeart/2005/8/layout/vList2"/>
    <dgm:cxn modelId="{F842BB35-DE1A-416C-AE5C-7AF2AEB94DFC}" type="presParOf" srcId="{FA698728-87CB-43A5-82B0-0E64575745BD}" destId="{2353E720-563D-4143-B507-7C3FF0089E0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12AA95-1B89-4BB3-B23A-6456FC177E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04817A6-D1D6-43A3-85C7-6D351C63FEB1}">
      <dgm:prSet phldrT="[텍스트]" custT="1"/>
      <dgm:spPr>
        <a:solidFill>
          <a:srgbClr val="FD7373"/>
        </a:solidFill>
        <a:ln>
          <a:noFill/>
        </a:ln>
      </dgm:spPr>
      <dgm:t>
        <a:bodyPr/>
        <a:lstStyle/>
        <a:p>
          <a:pPr algn="ctr" latinLnBrk="1"/>
          <a:r>
            <a:rPr lang="ko-KR" altLang="en-US" sz="1800">
              <a:solidFill>
                <a:srgbClr val="FCEFC2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주요기능</a:t>
          </a:r>
        </a:p>
      </dgm:t>
    </dgm:pt>
    <dgm:pt modelId="{3E203FBE-A002-4D95-B58F-DD6C9C50C1AD}" type="parTrans" cxnId="{CA09B401-660A-4473-A310-E49801B2048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6681823-BAD1-4D8D-9B6F-0DD3DE3303B1}" type="sibTrans" cxnId="{CA09B401-660A-4473-A310-E49801B2048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0D23B87-4434-4A6F-B881-50FD4093F3E5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다량 </a:t>
          </a:r>
          <a:r>
            <a:rPr lang="ko-KR" altLang="en-US" sz="1600" dirty="0" err="1">
              <a:latin typeface="HY견명조" panose="02030600000101010101" pitchFamily="18" charset="-127"/>
              <a:ea typeface="HY견명조" panose="02030600000101010101" pitchFamily="18" charset="-127"/>
            </a:rPr>
            <a:t>섭취시</a:t>
          </a:r>
          <a:endParaRPr lang="ko-KR" altLang="en-US" sz="16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C39367C-1097-4366-BB93-CEDBDA3915A3}" type="sibTrans" cxnId="{39E514CE-C735-428D-BC6C-1AEEA4F68FCE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A8B1B88-42B7-40D6-BAD7-9631CB2F251D}" type="parTrans" cxnId="{39E514CE-C735-428D-BC6C-1AEEA4F68FCE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E53C93EF-86BB-434B-94E3-0C251A8591A6}">
      <dgm:prSet phldrT="[텍스트]" custT="1"/>
      <dgm:spPr/>
      <dgm:t>
        <a:bodyPr/>
        <a:lstStyle/>
        <a:p>
          <a:pPr latinLnBrk="1">
            <a:buNone/>
          </a:pP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일정시간 수면 후 행복한 꿈</a:t>
          </a:r>
        </a:p>
      </dgm:t>
    </dgm:pt>
    <dgm:pt modelId="{F2AFA3A7-2E04-46B4-A2F2-421234033352}" type="parTrans" cxnId="{D106FB65-6F29-424B-801E-2C0AB9AE9A23}">
      <dgm:prSet/>
      <dgm:spPr/>
      <dgm:t>
        <a:bodyPr/>
        <a:lstStyle/>
        <a:p>
          <a:pPr latinLnBrk="1"/>
          <a:endParaRPr lang="ko-KR" altLang="en-US"/>
        </a:p>
      </dgm:t>
    </dgm:pt>
    <dgm:pt modelId="{01020E58-CA1A-4B36-A69B-567E7BD66815}" type="sibTrans" cxnId="{D106FB65-6F29-424B-801E-2C0AB9AE9A23}">
      <dgm:prSet/>
      <dgm:spPr/>
      <dgm:t>
        <a:bodyPr/>
        <a:lstStyle/>
        <a:p>
          <a:pPr latinLnBrk="1"/>
          <a:endParaRPr lang="ko-KR" altLang="en-US"/>
        </a:p>
      </dgm:t>
    </dgm:pt>
    <dgm:pt modelId="{71C8BDBE-209B-4399-82C5-2268E1F2E5DF}">
      <dgm:prSet phldrT="[텍스트]" custT="1"/>
      <dgm:spPr/>
      <dgm:t>
        <a:bodyPr/>
        <a:lstStyle/>
        <a:p>
          <a:pPr latinLnBrk="1">
            <a:buFont typeface="Arial" panose="020B0604020202020204" pitchFamily="34" charset="0"/>
            <a:buChar char="•"/>
          </a:pP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적정 </a:t>
          </a:r>
          <a:r>
            <a:rPr lang="ko-KR" altLang="en-US" sz="1600" dirty="0" err="1">
              <a:latin typeface="HY견명조" panose="02030600000101010101" pitchFamily="18" charset="-127"/>
              <a:ea typeface="HY견명조" panose="02030600000101010101" pitchFamily="18" charset="-127"/>
            </a:rPr>
            <a:t>섭취시</a:t>
          </a:r>
          <a:endParaRPr lang="ko-KR" altLang="en-US" sz="1600" dirty="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51061B78-F6A3-4110-8875-C0BA443324B8}" type="parTrans" cxnId="{BEB9478F-B73B-46CD-8D03-0F26D6B53072}">
      <dgm:prSet/>
      <dgm:spPr/>
      <dgm:t>
        <a:bodyPr/>
        <a:lstStyle/>
        <a:p>
          <a:pPr latinLnBrk="1"/>
          <a:endParaRPr lang="ko-KR" altLang="en-US"/>
        </a:p>
      </dgm:t>
    </dgm:pt>
    <dgm:pt modelId="{312EFCCC-AAFC-4535-890E-8B00FC1958A5}" type="sibTrans" cxnId="{BEB9478F-B73B-46CD-8D03-0F26D6B53072}">
      <dgm:prSet/>
      <dgm:spPr/>
      <dgm:t>
        <a:bodyPr/>
        <a:lstStyle/>
        <a:p>
          <a:pPr latinLnBrk="1"/>
          <a:endParaRPr lang="ko-KR" altLang="en-US"/>
        </a:p>
      </dgm:t>
    </dgm:pt>
    <dgm:pt modelId="{ACA50264-AC3F-49C9-AC86-D2C5F3A678BB}">
      <dgm:prSet phldrT="[텍스트]" custT="1"/>
      <dgm:spPr/>
      <dgm:t>
        <a:bodyPr/>
        <a:lstStyle/>
        <a:p>
          <a:pPr latinLnBrk="1">
            <a:buFont typeface="Arial" panose="020B0604020202020204" pitchFamily="34" charset="0"/>
            <a:buNone/>
          </a:pP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우울 </a:t>
          </a: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불행한 감정 제거</a:t>
          </a:r>
        </a:p>
      </dgm:t>
    </dgm:pt>
    <dgm:pt modelId="{742A6497-CDFF-4FE8-B91A-99450460E4BA}" type="parTrans" cxnId="{804A9F12-ECD2-4902-AAC6-4C8FF737D9FA}">
      <dgm:prSet/>
      <dgm:spPr/>
      <dgm:t>
        <a:bodyPr/>
        <a:lstStyle/>
        <a:p>
          <a:pPr latinLnBrk="1"/>
          <a:endParaRPr lang="ko-KR" altLang="en-US"/>
        </a:p>
      </dgm:t>
    </dgm:pt>
    <dgm:pt modelId="{F3A192D0-40E2-442A-82D3-C071A9D6660D}" type="sibTrans" cxnId="{804A9F12-ECD2-4902-AAC6-4C8FF737D9FA}">
      <dgm:prSet/>
      <dgm:spPr/>
      <dgm:t>
        <a:bodyPr/>
        <a:lstStyle/>
        <a:p>
          <a:pPr latinLnBrk="1"/>
          <a:endParaRPr lang="ko-KR" altLang="en-US"/>
        </a:p>
      </dgm:t>
    </dgm:pt>
    <dgm:pt modelId="{BE6CBA72-4EF1-44F8-AF40-B8235572EDFC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성분</a:t>
          </a:r>
        </a:p>
      </dgm:t>
    </dgm:pt>
    <dgm:pt modelId="{CFBE6397-F163-4E83-B640-AB11E62FF531}" type="parTrans" cxnId="{7D23D8EF-876F-4FD8-9F3C-FBC46A6EDF96}">
      <dgm:prSet/>
      <dgm:spPr/>
      <dgm:t>
        <a:bodyPr/>
        <a:lstStyle/>
        <a:p>
          <a:pPr latinLnBrk="1"/>
          <a:endParaRPr lang="ko-KR" altLang="en-US"/>
        </a:p>
      </dgm:t>
    </dgm:pt>
    <dgm:pt modelId="{C8F58A42-D951-42A7-A913-8D62658A770A}" type="sibTrans" cxnId="{7D23D8EF-876F-4FD8-9F3C-FBC46A6EDF96}">
      <dgm:prSet/>
      <dgm:spPr/>
      <dgm:t>
        <a:bodyPr/>
        <a:lstStyle/>
        <a:p>
          <a:pPr latinLnBrk="1"/>
          <a:endParaRPr lang="ko-KR" altLang="en-US"/>
        </a:p>
      </dgm:t>
    </dgm:pt>
    <dgm:pt modelId="{64A709AF-2BAE-462C-A91D-DE6F80EC37AF}">
      <dgm:prSet phldrT="[텍스트]" custT="1"/>
      <dgm:spPr/>
      <dgm:t>
        <a:bodyPr/>
        <a:lstStyle/>
        <a:p>
          <a:pPr latinLnBrk="1">
            <a:buNone/>
          </a:pP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dirty="0" err="1">
              <a:latin typeface="HY견명조" panose="02030600000101010101" pitchFamily="18" charset="-127"/>
              <a:ea typeface="HY견명조" panose="02030600000101010101" pitchFamily="18" charset="-127"/>
            </a:rPr>
            <a:t>프로포폴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 </a:t>
          </a: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+ 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진정제 </a:t>
          </a:r>
          <a:r>
            <a: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rPr>
            <a:t>+ </a:t>
          </a: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우울증 치료제</a:t>
          </a:r>
        </a:p>
      </dgm:t>
    </dgm:pt>
    <dgm:pt modelId="{8D5B1AD5-DDD5-409E-A53C-50F515DEC056}" type="parTrans" cxnId="{991262D1-6AF5-420F-99C3-40EC55646CDC}">
      <dgm:prSet/>
      <dgm:spPr/>
      <dgm:t>
        <a:bodyPr/>
        <a:lstStyle/>
        <a:p>
          <a:pPr latinLnBrk="1"/>
          <a:endParaRPr lang="ko-KR" altLang="en-US"/>
        </a:p>
      </dgm:t>
    </dgm:pt>
    <dgm:pt modelId="{BD507B0E-7C1B-4A81-BD6D-D650BA504D12}" type="sibTrans" cxnId="{991262D1-6AF5-420F-99C3-40EC55646CDC}">
      <dgm:prSet/>
      <dgm:spPr/>
      <dgm:t>
        <a:bodyPr/>
        <a:lstStyle/>
        <a:p>
          <a:pPr latinLnBrk="1"/>
          <a:endParaRPr lang="ko-KR" altLang="en-US"/>
        </a:p>
      </dgm:t>
    </dgm:pt>
    <dgm:pt modelId="{D07E4898-6F2A-4CF7-BB56-4408650818C3}">
      <dgm:prSet phldrT="[텍스트]" custT="1"/>
      <dgm:spPr/>
      <dgm:t>
        <a:bodyPr/>
        <a:lstStyle/>
        <a:p>
          <a:pPr latinLnBrk="1"/>
          <a:endParaRPr lang="ko-KR" altLang="en-US" sz="16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161C74E8-114C-4EF7-8BE1-F7595A639500}" type="parTrans" cxnId="{47007930-48D7-4288-B64D-FA47CF5FF566}">
      <dgm:prSet/>
      <dgm:spPr/>
      <dgm:t>
        <a:bodyPr/>
        <a:lstStyle/>
        <a:p>
          <a:pPr latinLnBrk="1"/>
          <a:endParaRPr lang="ko-KR" altLang="en-US"/>
        </a:p>
      </dgm:t>
    </dgm:pt>
    <dgm:pt modelId="{DEA502A7-336B-49F0-A201-D08BD3FF2446}" type="sibTrans" cxnId="{47007930-48D7-4288-B64D-FA47CF5FF566}">
      <dgm:prSet/>
      <dgm:spPr/>
      <dgm:t>
        <a:bodyPr/>
        <a:lstStyle/>
        <a:p>
          <a:pPr latinLnBrk="1"/>
          <a:endParaRPr lang="ko-KR" altLang="en-US"/>
        </a:p>
      </dgm:t>
    </dgm:pt>
    <dgm:pt modelId="{FA698728-87CB-43A5-82B0-0E64575745BD}" type="pres">
      <dgm:prSet presAssocID="{CD12AA95-1B89-4BB3-B23A-6456FC177E96}" presName="linear" presStyleCnt="0">
        <dgm:presLayoutVars>
          <dgm:animLvl val="lvl"/>
          <dgm:resizeHandles val="exact"/>
        </dgm:presLayoutVars>
      </dgm:prSet>
      <dgm:spPr/>
    </dgm:pt>
    <dgm:pt modelId="{35F93CF3-955B-4ED3-9D31-26832BCBB856}" type="pres">
      <dgm:prSet presAssocID="{C04817A6-D1D6-43A3-85C7-6D351C63FEB1}" presName="parentText" presStyleLbl="node1" presStyleIdx="0" presStyleCnt="1" custScaleY="58688">
        <dgm:presLayoutVars>
          <dgm:chMax val="0"/>
          <dgm:bulletEnabled val="1"/>
        </dgm:presLayoutVars>
      </dgm:prSet>
      <dgm:spPr/>
    </dgm:pt>
    <dgm:pt modelId="{6CA8D72B-EAC4-477D-9049-32254DA74836}" type="pres">
      <dgm:prSet presAssocID="{C04817A6-D1D6-43A3-85C7-6D351C63FEB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09B401-660A-4473-A310-E49801B2048F}" srcId="{CD12AA95-1B89-4BB3-B23A-6456FC177E96}" destId="{C04817A6-D1D6-43A3-85C7-6D351C63FEB1}" srcOrd="0" destOrd="0" parTransId="{3E203FBE-A002-4D95-B58F-DD6C9C50C1AD}" sibTransId="{86681823-BAD1-4D8D-9B6F-0DD3DE3303B1}"/>
    <dgm:cxn modelId="{F1ED1B06-D917-4934-A69B-B5B806BC1A7C}" type="presOf" srcId="{D07E4898-6F2A-4CF7-BB56-4408650818C3}" destId="{6CA8D72B-EAC4-477D-9049-32254DA74836}" srcOrd="0" destOrd="0" presId="urn:microsoft.com/office/officeart/2005/8/layout/vList2"/>
    <dgm:cxn modelId="{804A9F12-ECD2-4902-AAC6-4C8FF737D9FA}" srcId="{71C8BDBE-209B-4399-82C5-2268E1F2E5DF}" destId="{ACA50264-AC3F-49C9-AC86-D2C5F3A678BB}" srcOrd="0" destOrd="0" parTransId="{742A6497-CDFF-4FE8-B91A-99450460E4BA}" sibTransId="{F3A192D0-40E2-442A-82D3-C071A9D6660D}"/>
    <dgm:cxn modelId="{32572D15-C541-4CC2-BC81-16C78CF8480C}" type="presOf" srcId="{D0D23B87-4434-4A6F-B881-50FD4093F3E5}" destId="{6CA8D72B-EAC4-477D-9049-32254DA74836}" srcOrd="0" destOrd="3" presId="urn:microsoft.com/office/officeart/2005/8/layout/vList2"/>
    <dgm:cxn modelId="{A23D0C2B-1AB7-4C7C-9F3F-5F5F85CCEE57}" type="presOf" srcId="{64A709AF-2BAE-462C-A91D-DE6F80EC37AF}" destId="{6CA8D72B-EAC4-477D-9049-32254DA74836}" srcOrd="0" destOrd="2" presId="urn:microsoft.com/office/officeart/2005/8/layout/vList2"/>
    <dgm:cxn modelId="{47007930-48D7-4288-B64D-FA47CF5FF566}" srcId="{C04817A6-D1D6-43A3-85C7-6D351C63FEB1}" destId="{D07E4898-6F2A-4CF7-BB56-4408650818C3}" srcOrd="0" destOrd="0" parTransId="{161C74E8-114C-4EF7-8BE1-F7595A639500}" sibTransId="{DEA502A7-336B-49F0-A201-D08BD3FF2446}"/>
    <dgm:cxn modelId="{9C31B53E-351A-4529-B7D8-8B643AB9831D}" type="presOf" srcId="{E53C93EF-86BB-434B-94E3-0C251A8591A6}" destId="{6CA8D72B-EAC4-477D-9049-32254DA74836}" srcOrd="0" destOrd="4" presId="urn:microsoft.com/office/officeart/2005/8/layout/vList2"/>
    <dgm:cxn modelId="{D106FB65-6F29-424B-801E-2C0AB9AE9A23}" srcId="{D0D23B87-4434-4A6F-B881-50FD4093F3E5}" destId="{E53C93EF-86BB-434B-94E3-0C251A8591A6}" srcOrd="0" destOrd="0" parTransId="{F2AFA3A7-2E04-46B4-A2F2-421234033352}" sibTransId="{01020E58-CA1A-4B36-A69B-567E7BD66815}"/>
    <dgm:cxn modelId="{BB09366C-2984-4EF0-8E99-08F35A2C2FE2}" type="presOf" srcId="{BE6CBA72-4EF1-44F8-AF40-B8235572EDFC}" destId="{6CA8D72B-EAC4-477D-9049-32254DA74836}" srcOrd="0" destOrd="1" presId="urn:microsoft.com/office/officeart/2005/8/layout/vList2"/>
    <dgm:cxn modelId="{1E918D70-5136-40F5-A993-BA3C0BE2BE3D}" type="presOf" srcId="{ACA50264-AC3F-49C9-AC86-D2C5F3A678BB}" destId="{6CA8D72B-EAC4-477D-9049-32254DA74836}" srcOrd="0" destOrd="6" presId="urn:microsoft.com/office/officeart/2005/8/layout/vList2"/>
    <dgm:cxn modelId="{293B1A51-54B0-4FE9-8554-05D75203734A}" type="presOf" srcId="{C04817A6-D1D6-43A3-85C7-6D351C63FEB1}" destId="{35F93CF3-955B-4ED3-9D31-26832BCBB856}" srcOrd="0" destOrd="0" presId="urn:microsoft.com/office/officeart/2005/8/layout/vList2"/>
    <dgm:cxn modelId="{BEB9478F-B73B-46CD-8D03-0F26D6B53072}" srcId="{C04817A6-D1D6-43A3-85C7-6D351C63FEB1}" destId="{71C8BDBE-209B-4399-82C5-2268E1F2E5DF}" srcOrd="3" destOrd="0" parTransId="{51061B78-F6A3-4110-8875-C0BA443324B8}" sibTransId="{312EFCCC-AAFC-4535-890E-8B00FC1958A5}"/>
    <dgm:cxn modelId="{DC111CBD-44D4-40AF-B275-AEED84F0DD4F}" type="presOf" srcId="{CD12AA95-1B89-4BB3-B23A-6456FC177E96}" destId="{FA698728-87CB-43A5-82B0-0E64575745BD}" srcOrd="0" destOrd="0" presId="urn:microsoft.com/office/officeart/2005/8/layout/vList2"/>
    <dgm:cxn modelId="{39E514CE-C735-428D-BC6C-1AEEA4F68FCE}" srcId="{C04817A6-D1D6-43A3-85C7-6D351C63FEB1}" destId="{D0D23B87-4434-4A6F-B881-50FD4093F3E5}" srcOrd="2" destOrd="0" parTransId="{8A8B1B88-42B7-40D6-BAD7-9631CB2F251D}" sibTransId="{DC39367C-1097-4366-BB93-CEDBDA3915A3}"/>
    <dgm:cxn modelId="{991262D1-6AF5-420F-99C3-40EC55646CDC}" srcId="{BE6CBA72-4EF1-44F8-AF40-B8235572EDFC}" destId="{64A709AF-2BAE-462C-A91D-DE6F80EC37AF}" srcOrd="0" destOrd="0" parTransId="{8D5B1AD5-DDD5-409E-A53C-50F515DEC056}" sibTransId="{BD507B0E-7C1B-4A81-BD6D-D650BA504D12}"/>
    <dgm:cxn modelId="{7D23D8EF-876F-4FD8-9F3C-FBC46A6EDF96}" srcId="{C04817A6-D1D6-43A3-85C7-6D351C63FEB1}" destId="{BE6CBA72-4EF1-44F8-AF40-B8235572EDFC}" srcOrd="1" destOrd="0" parTransId="{CFBE6397-F163-4E83-B640-AB11E62FF531}" sibTransId="{C8F58A42-D951-42A7-A913-8D62658A770A}"/>
    <dgm:cxn modelId="{206AF6F6-1F7F-4AA5-AFB4-E70BA2A0891A}" type="presOf" srcId="{71C8BDBE-209B-4399-82C5-2268E1F2E5DF}" destId="{6CA8D72B-EAC4-477D-9049-32254DA74836}" srcOrd="0" destOrd="5" presId="urn:microsoft.com/office/officeart/2005/8/layout/vList2"/>
    <dgm:cxn modelId="{D70D0F03-428D-4C5E-A960-8F70B74E173C}" type="presParOf" srcId="{FA698728-87CB-43A5-82B0-0E64575745BD}" destId="{35F93CF3-955B-4ED3-9D31-26832BCBB856}" srcOrd="0" destOrd="0" presId="urn:microsoft.com/office/officeart/2005/8/layout/vList2"/>
    <dgm:cxn modelId="{575C0F4A-7BC5-4342-92C2-93BA81371F38}" type="presParOf" srcId="{FA698728-87CB-43A5-82B0-0E64575745BD}" destId="{6CA8D72B-EAC4-477D-9049-32254DA748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12AA95-1B89-4BB3-B23A-6456FC177E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04817A6-D1D6-43A3-85C7-6D351C63FEB1}">
      <dgm:prSet phldrT="[텍스트]" custT="1"/>
      <dgm:spPr>
        <a:solidFill>
          <a:srgbClr val="FD7373"/>
        </a:solidFill>
        <a:ln>
          <a:noFill/>
        </a:ln>
      </dgm:spPr>
      <dgm:t>
        <a:bodyPr/>
        <a:lstStyle/>
        <a:p>
          <a:pPr algn="ctr" latinLnBrk="1"/>
          <a:r>
            <a:rPr lang="ko-KR" altLang="en-US" sz="1800" dirty="0">
              <a:solidFill>
                <a:srgbClr val="FCEFC2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무지한 행복</a:t>
          </a:r>
        </a:p>
      </dgm:t>
    </dgm:pt>
    <dgm:pt modelId="{3E203FBE-A002-4D95-B58F-DD6C9C50C1AD}" type="parTrans" cxnId="{CA09B401-660A-4473-A310-E49801B2048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6681823-BAD1-4D8D-9B6F-0DD3DE3303B1}" type="sibTrans" cxnId="{CA09B401-660A-4473-A310-E49801B2048F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E53C93EF-86BB-434B-94E3-0C251A8591A6}">
      <dgm:prSet phldrT="[텍스트]" custT="1"/>
      <dgm:spPr/>
      <dgm:t>
        <a:bodyPr/>
        <a:lstStyle/>
        <a:p>
          <a:pPr latinLnBrk="1">
            <a:buNone/>
          </a:pPr>
          <a:r>
            <a:rPr lang="en-US" altLang="ko-KR" sz="16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적절한 근무시간과 여가 시간</a:t>
          </a:r>
        </a:p>
      </dgm:t>
    </dgm:pt>
    <dgm:pt modelId="{F2AFA3A7-2E04-46B4-A2F2-421234033352}" type="parTrans" cxnId="{D106FB65-6F29-424B-801E-2C0AB9AE9A23}">
      <dgm:prSet/>
      <dgm:spPr/>
      <dgm:t>
        <a:bodyPr/>
        <a:lstStyle/>
        <a:p>
          <a:pPr latinLnBrk="1"/>
          <a:endParaRPr lang="ko-KR" altLang="en-US"/>
        </a:p>
      </dgm:t>
    </dgm:pt>
    <dgm:pt modelId="{01020E58-CA1A-4B36-A69B-567E7BD66815}" type="sibTrans" cxnId="{D106FB65-6F29-424B-801E-2C0AB9AE9A23}">
      <dgm:prSet/>
      <dgm:spPr/>
      <dgm:t>
        <a:bodyPr/>
        <a:lstStyle/>
        <a:p>
          <a:pPr latinLnBrk="1"/>
          <a:endParaRPr lang="ko-KR" altLang="en-US"/>
        </a:p>
      </dgm:t>
    </dgm:pt>
    <dgm:pt modelId="{ACA50264-AC3F-49C9-AC86-D2C5F3A678BB}">
      <dgm:prSet phldrT="[텍스트]" custT="1"/>
      <dgm:spPr/>
      <dgm:t>
        <a:bodyPr/>
        <a:lstStyle/>
        <a:p>
          <a:pPr latinLnBrk="1">
            <a:buFont typeface="Arial" panose="020B0604020202020204" pitchFamily="34" charset="0"/>
            <a:buNone/>
          </a:pPr>
          <a:r>
            <a:rPr lang="en-US" altLang="ko-KR" sz="16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주어진 일을 잘 하는 것</a:t>
          </a:r>
        </a:p>
      </dgm:t>
    </dgm:pt>
    <dgm:pt modelId="{742A6497-CDFF-4FE8-B91A-99450460E4BA}" type="parTrans" cxnId="{804A9F12-ECD2-4902-AAC6-4C8FF737D9FA}">
      <dgm:prSet/>
      <dgm:spPr/>
      <dgm:t>
        <a:bodyPr/>
        <a:lstStyle/>
        <a:p>
          <a:pPr latinLnBrk="1"/>
          <a:endParaRPr lang="ko-KR" altLang="en-US"/>
        </a:p>
      </dgm:t>
    </dgm:pt>
    <dgm:pt modelId="{F3A192D0-40E2-442A-82D3-C071A9D6660D}" type="sibTrans" cxnId="{804A9F12-ECD2-4902-AAC6-4C8FF737D9FA}">
      <dgm:prSet/>
      <dgm:spPr/>
      <dgm:t>
        <a:bodyPr/>
        <a:lstStyle/>
        <a:p>
          <a:pPr latinLnBrk="1"/>
          <a:endParaRPr lang="ko-KR" altLang="en-US"/>
        </a:p>
      </dgm:t>
    </dgm:pt>
    <dgm:pt modelId="{BE6CBA72-4EF1-44F8-AF40-B8235572EDFC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알파</a:t>
          </a:r>
        </a:p>
      </dgm:t>
    </dgm:pt>
    <dgm:pt modelId="{CFBE6397-F163-4E83-B640-AB11E62FF531}" type="parTrans" cxnId="{7D23D8EF-876F-4FD8-9F3C-FBC46A6EDF96}">
      <dgm:prSet/>
      <dgm:spPr/>
      <dgm:t>
        <a:bodyPr/>
        <a:lstStyle/>
        <a:p>
          <a:pPr latinLnBrk="1"/>
          <a:endParaRPr lang="ko-KR" altLang="en-US"/>
        </a:p>
      </dgm:t>
    </dgm:pt>
    <dgm:pt modelId="{C8F58A42-D951-42A7-A913-8D62658A770A}" type="sibTrans" cxnId="{7D23D8EF-876F-4FD8-9F3C-FBC46A6EDF96}">
      <dgm:prSet/>
      <dgm:spPr/>
      <dgm:t>
        <a:bodyPr/>
        <a:lstStyle/>
        <a:p>
          <a:pPr latinLnBrk="1"/>
          <a:endParaRPr lang="ko-KR" altLang="en-US"/>
        </a:p>
      </dgm:t>
    </dgm:pt>
    <dgm:pt modelId="{64A709AF-2BAE-462C-A91D-DE6F80EC37AF}">
      <dgm:prSet phldrT="[텍스트]" custT="1"/>
      <dgm:spPr/>
      <dgm:t>
        <a:bodyPr/>
        <a:lstStyle/>
        <a:p>
          <a:pPr latinLnBrk="1">
            <a:buNone/>
          </a:pPr>
          <a:r>
            <a:rPr lang="en-US" altLang="ko-KR" sz="16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정해진 한계내의 자유로운 선택과 책임</a:t>
          </a:r>
        </a:p>
      </dgm:t>
    </dgm:pt>
    <dgm:pt modelId="{8D5B1AD5-DDD5-409E-A53C-50F515DEC056}" type="parTrans" cxnId="{991262D1-6AF5-420F-99C3-40EC55646CDC}">
      <dgm:prSet/>
      <dgm:spPr/>
      <dgm:t>
        <a:bodyPr/>
        <a:lstStyle/>
        <a:p>
          <a:pPr latinLnBrk="1"/>
          <a:endParaRPr lang="ko-KR" altLang="en-US"/>
        </a:p>
      </dgm:t>
    </dgm:pt>
    <dgm:pt modelId="{BD507B0E-7C1B-4A81-BD6D-D650BA504D12}" type="sibTrans" cxnId="{991262D1-6AF5-420F-99C3-40EC55646CDC}">
      <dgm:prSet/>
      <dgm:spPr/>
      <dgm:t>
        <a:bodyPr/>
        <a:lstStyle/>
        <a:p>
          <a:pPr latinLnBrk="1"/>
          <a:endParaRPr lang="ko-KR" altLang="en-US"/>
        </a:p>
      </dgm:t>
    </dgm:pt>
    <dgm:pt modelId="{D0D23B87-4434-4A6F-B881-50FD4093F3E5}">
      <dgm:prSet phldrT="[텍스트]" custT="1"/>
      <dgm:spPr/>
      <dgm:t>
        <a:bodyPr/>
        <a:lstStyle/>
        <a:p>
          <a:pPr latinLnBrk="1"/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감마</a:t>
          </a:r>
        </a:p>
      </dgm:t>
    </dgm:pt>
    <dgm:pt modelId="{DC39367C-1097-4366-BB93-CEDBDA3915A3}" type="sibTrans" cxnId="{39E514CE-C735-428D-BC6C-1AEEA4F68FCE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A8B1B88-42B7-40D6-BAD7-9631CB2F251D}" type="parTrans" cxnId="{39E514CE-C735-428D-BC6C-1AEEA4F68FCE}">
      <dgm:prSet/>
      <dgm:spPr/>
      <dgm:t>
        <a:bodyPr/>
        <a:lstStyle/>
        <a:p>
          <a:pPr latinLnBrk="1"/>
          <a:endParaRPr lang="ko-KR" altLang="en-US" sz="14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71C8BDBE-209B-4399-82C5-2268E1F2E5DF}">
      <dgm:prSet phldrT="[텍스트]" custT="1"/>
      <dgm:spPr/>
      <dgm:t>
        <a:bodyPr/>
        <a:lstStyle/>
        <a:p>
          <a:pPr latinLnBrk="1">
            <a:buFont typeface="Arial" panose="020B0604020202020204" pitchFamily="34" charset="0"/>
            <a:buChar char="•"/>
          </a:pPr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델타 </a:t>
          </a:r>
          <a:r>
            <a:rPr lang="en-US" altLang="ko-KR" sz="1600"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엡실론</a:t>
          </a:r>
        </a:p>
      </dgm:t>
    </dgm:pt>
    <dgm:pt modelId="{312EFCCC-AAFC-4535-890E-8B00FC1958A5}" type="sibTrans" cxnId="{BEB9478F-B73B-46CD-8D03-0F26D6B53072}">
      <dgm:prSet/>
      <dgm:spPr/>
      <dgm:t>
        <a:bodyPr/>
        <a:lstStyle/>
        <a:p>
          <a:pPr latinLnBrk="1"/>
          <a:endParaRPr lang="ko-KR" altLang="en-US"/>
        </a:p>
      </dgm:t>
    </dgm:pt>
    <dgm:pt modelId="{51061B78-F6A3-4110-8875-C0BA443324B8}" type="parTrans" cxnId="{BEB9478F-B73B-46CD-8D03-0F26D6B53072}">
      <dgm:prSet/>
      <dgm:spPr/>
      <dgm:t>
        <a:bodyPr/>
        <a:lstStyle/>
        <a:p>
          <a:pPr latinLnBrk="1"/>
          <a:endParaRPr lang="ko-KR" altLang="en-US"/>
        </a:p>
      </dgm:t>
    </dgm:pt>
    <dgm:pt modelId="{3437D1D2-C27F-4433-B855-F8B49069D86E}">
      <dgm:prSet phldrT="[텍스트]" custT="1"/>
      <dgm:spPr/>
      <dgm:t>
        <a:bodyPr/>
        <a:lstStyle/>
        <a:p>
          <a:pPr latinLnBrk="1">
            <a:buFont typeface="Arial" panose="020B0604020202020204" pitchFamily="34" charset="0"/>
            <a:buChar char="•"/>
          </a:pPr>
          <a:r>
            <a: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rPr>
            <a:t>베타</a:t>
          </a:r>
        </a:p>
      </dgm:t>
    </dgm:pt>
    <dgm:pt modelId="{B2D6D22A-7F10-4962-9117-17B6699F947E}" type="parTrans" cxnId="{65659BA9-D155-4564-AB82-75056E3273FB}">
      <dgm:prSet/>
      <dgm:spPr/>
      <dgm:t>
        <a:bodyPr/>
        <a:lstStyle/>
        <a:p>
          <a:pPr latinLnBrk="1"/>
          <a:endParaRPr lang="ko-KR" altLang="en-US"/>
        </a:p>
      </dgm:t>
    </dgm:pt>
    <dgm:pt modelId="{9FAFAE8A-8601-4A17-B929-F23191A75326}" type="sibTrans" cxnId="{65659BA9-D155-4564-AB82-75056E3273FB}">
      <dgm:prSet/>
      <dgm:spPr/>
      <dgm:t>
        <a:bodyPr/>
        <a:lstStyle/>
        <a:p>
          <a:pPr latinLnBrk="1"/>
          <a:endParaRPr lang="ko-KR" altLang="en-US"/>
        </a:p>
      </dgm:t>
    </dgm:pt>
    <dgm:pt modelId="{E7E35143-E76F-42FF-A915-8F85ABD12BE6}">
      <dgm:prSet phldrT="[텍스트]" custT="1"/>
      <dgm:spPr/>
      <dgm:t>
        <a:bodyPr/>
        <a:lstStyle/>
        <a:p>
          <a:pPr latinLnBrk="1">
            <a:buFont typeface="Arial" panose="020B0604020202020204" pitchFamily="34" charset="0"/>
            <a:buNone/>
          </a:pPr>
          <a:r>
            <a:rPr lang="en-US" altLang="ko-KR" sz="16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>
              <a:latin typeface="HY견명조" panose="02030600000101010101" pitchFamily="18" charset="-127"/>
              <a:ea typeface="HY견명조" panose="02030600000101010101" pitchFamily="18" charset="-127"/>
            </a:rPr>
            <a:t>행정업무를 처리</a:t>
          </a:r>
          <a:r>
            <a:rPr lang="en-US" altLang="ko-KR" sz="16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endParaRPr lang="ko-KR" altLang="en-US" sz="16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AA08DBF-0D7D-4B35-B978-872875072BCC}" type="parTrans" cxnId="{4A080747-499C-481C-8683-073180845A73}">
      <dgm:prSet/>
      <dgm:spPr/>
      <dgm:t>
        <a:bodyPr/>
        <a:lstStyle/>
        <a:p>
          <a:pPr latinLnBrk="1"/>
          <a:endParaRPr lang="ko-KR" altLang="en-US"/>
        </a:p>
      </dgm:t>
    </dgm:pt>
    <dgm:pt modelId="{E23D6E77-A135-4BB5-B5E0-7A25AC34865A}" type="sibTrans" cxnId="{4A080747-499C-481C-8683-073180845A73}">
      <dgm:prSet/>
      <dgm:spPr/>
      <dgm:t>
        <a:bodyPr/>
        <a:lstStyle/>
        <a:p>
          <a:pPr latinLnBrk="1"/>
          <a:endParaRPr lang="ko-KR" altLang="en-US"/>
        </a:p>
      </dgm:t>
    </dgm:pt>
    <dgm:pt modelId="{7AC2F19B-6E16-4670-A1BF-8129984ED0BB}">
      <dgm:prSet phldrT="[텍스트]" custT="1"/>
      <dgm:spPr/>
      <dgm:t>
        <a:bodyPr/>
        <a:lstStyle/>
        <a:p>
          <a:pPr latinLnBrk="1"/>
          <a:endParaRPr lang="ko-KR" altLang="en-US" sz="1600"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D30DEB6C-5000-4104-87BF-208AE8B44A62}" type="parTrans" cxnId="{8EFECF3C-7868-4E02-8F9F-32F142BB626E}">
      <dgm:prSet/>
      <dgm:spPr/>
      <dgm:t>
        <a:bodyPr/>
        <a:lstStyle/>
        <a:p>
          <a:pPr latinLnBrk="1"/>
          <a:endParaRPr lang="ko-KR" altLang="en-US"/>
        </a:p>
      </dgm:t>
    </dgm:pt>
    <dgm:pt modelId="{EC016ADC-9836-44E0-9901-F3DD5ED725FB}" type="sibTrans" cxnId="{8EFECF3C-7868-4E02-8F9F-32F142BB626E}">
      <dgm:prSet/>
      <dgm:spPr/>
      <dgm:t>
        <a:bodyPr/>
        <a:lstStyle/>
        <a:p>
          <a:pPr latinLnBrk="1"/>
          <a:endParaRPr lang="ko-KR" altLang="en-US"/>
        </a:p>
      </dgm:t>
    </dgm:pt>
    <dgm:pt modelId="{FA698728-87CB-43A5-82B0-0E64575745BD}" type="pres">
      <dgm:prSet presAssocID="{CD12AA95-1B89-4BB3-B23A-6456FC177E96}" presName="linear" presStyleCnt="0">
        <dgm:presLayoutVars>
          <dgm:animLvl val="lvl"/>
          <dgm:resizeHandles val="exact"/>
        </dgm:presLayoutVars>
      </dgm:prSet>
      <dgm:spPr/>
    </dgm:pt>
    <dgm:pt modelId="{35F93CF3-955B-4ED3-9D31-26832BCBB856}" type="pres">
      <dgm:prSet presAssocID="{C04817A6-D1D6-43A3-85C7-6D351C63FEB1}" presName="parentText" presStyleLbl="node1" presStyleIdx="0" presStyleCnt="1" custScaleY="141782" custLinFactNeighborY="-404">
        <dgm:presLayoutVars>
          <dgm:chMax val="0"/>
          <dgm:bulletEnabled val="1"/>
        </dgm:presLayoutVars>
      </dgm:prSet>
      <dgm:spPr/>
    </dgm:pt>
    <dgm:pt modelId="{6CA8D72B-EAC4-477D-9049-32254DA74836}" type="pres">
      <dgm:prSet presAssocID="{C04817A6-D1D6-43A3-85C7-6D351C63FEB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09B401-660A-4473-A310-E49801B2048F}" srcId="{CD12AA95-1B89-4BB3-B23A-6456FC177E96}" destId="{C04817A6-D1D6-43A3-85C7-6D351C63FEB1}" srcOrd="0" destOrd="0" parTransId="{3E203FBE-A002-4D95-B58F-DD6C9C50C1AD}" sibTransId="{86681823-BAD1-4D8D-9B6F-0DD3DE3303B1}"/>
    <dgm:cxn modelId="{804A9F12-ECD2-4902-AAC6-4C8FF737D9FA}" srcId="{71C8BDBE-209B-4399-82C5-2268E1F2E5DF}" destId="{ACA50264-AC3F-49C9-AC86-D2C5F3A678BB}" srcOrd="0" destOrd="0" parTransId="{742A6497-CDFF-4FE8-B91A-99450460E4BA}" sibTransId="{F3A192D0-40E2-442A-82D3-C071A9D6660D}"/>
    <dgm:cxn modelId="{32572D15-C541-4CC2-BC81-16C78CF8480C}" type="presOf" srcId="{D0D23B87-4434-4A6F-B881-50FD4093F3E5}" destId="{6CA8D72B-EAC4-477D-9049-32254DA74836}" srcOrd="0" destOrd="5" presId="urn:microsoft.com/office/officeart/2005/8/layout/vList2"/>
    <dgm:cxn modelId="{4183CE20-6DFF-4044-B1BD-BB4B4CAB4042}" type="presOf" srcId="{7AC2F19B-6E16-4670-A1BF-8129984ED0BB}" destId="{6CA8D72B-EAC4-477D-9049-32254DA74836}" srcOrd="0" destOrd="0" presId="urn:microsoft.com/office/officeart/2005/8/layout/vList2"/>
    <dgm:cxn modelId="{A23D0C2B-1AB7-4C7C-9F3F-5F5F85CCEE57}" type="presOf" srcId="{64A709AF-2BAE-462C-A91D-DE6F80EC37AF}" destId="{6CA8D72B-EAC4-477D-9049-32254DA74836}" srcOrd="0" destOrd="2" presId="urn:microsoft.com/office/officeart/2005/8/layout/vList2"/>
    <dgm:cxn modelId="{8EFECF3C-7868-4E02-8F9F-32F142BB626E}" srcId="{C04817A6-D1D6-43A3-85C7-6D351C63FEB1}" destId="{7AC2F19B-6E16-4670-A1BF-8129984ED0BB}" srcOrd="0" destOrd="0" parTransId="{D30DEB6C-5000-4104-87BF-208AE8B44A62}" sibTransId="{EC016ADC-9836-44E0-9901-F3DD5ED725FB}"/>
    <dgm:cxn modelId="{9C31B53E-351A-4529-B7D8-8B643AB9831D}" type="presOf" srcId="{E53C93EF-86BB-434B-94E3-0C251A8591A6}" destId="{6CA8D72B-EAC4-477D-9049-32254DA74836}" srcOrd="0" destOrd="6" presId="urn:microsoft.com/office/officeart/2005/8/layout/vList2"/>
    <dgm:cxn modelId="{D106FB65-6F29-424B-801E-2C0AB9AE9A23}" srcId="{D0D23B87-4434-4A6F-B881-50FD4093F3E5}" destId="{E53C93EF-86BB-434B-94E3-0C251A8591A6}" srcOrd="0" destOrd="0" parTransId="{F2AFA3A7-2E04-46B4-A2F2-421234033352}" sibTransId="{01020E58-CA1A-4B36-A69B-567E7BD66815}"/>
    <dgm:cxn modelId="{4A080747-499C-481C-8683-073180845A73}" srcId="{3437D1D2-C27F-4433-B855-F8B49069D86E}" destId="{E7E35143-E76F-42FF-A915-8F85ABD12BE6}" srcOrd="0" destOrd="0" parTransId="{DAA08DBF-0D7D-4B35-B978-872875072BCC}" sibTransId="{E23D6E77-A135-4BB5-B5E0-7A25AC34865A}"/>
    <dgm:cxn modelId="{BB09366C-2984-4EF0-8E99-08F35A2C2FE2}" type="presOf" srcId="{BE6CBA72-4EF1-44F8-AF40-B8235572EDFC}" destId="{6CA8D72B-EAC4-477D-9049-32254DA74836}" srcOrd="0" destOrd="1" presId="urn:microsoft.com/office/officeart/2005/8/layout/vList2"/>
    <dgm:cxn modelId="{1E918D70-5136-40F5-A993-BA3C0BE2BE3D}" type="presOf" srcId="{ACA50264-AC3F-49C9-AC86-D2C5F3A678BB}" destId="{6CA8D72B-EAC4-477D-9049-32254DA74836}" srcOrd="0" destOrd="8" presId="urn:microsoft.com/office/officeart/2005/8/layout/vList2"/>
    <dgm:cxn modelId="{293B1A51-54B0-4FE9-8554-05D75203734A}" type="presOf" srcId="{C04817A6-D1D6-43A3-85C7-6D351C63FEB1}" destId="{35F93CF3-955B-4ED3-9D31-26832BCBB856}" srcOrd="0" destOrd="0" presId="urn:microsoft.com/office/officeart/2005/8/layout/vList2"/>
    <dgm:cxn modelId="{E2346273-10DE-4A3E-AC45-4101E83AA80E}" type="presOf" srcId="{E7E35143-E76F-42FF-A915-8F85ABD12BE6}" destId="{6CA8D72B-EAC4-477D-9049-32254DA74836}" srcOrd="0" destOrd="4" presId="urn:microsoft.com/office/officeart/2005/8/layout/vList2"/>
    <dgm:cxn modelId="{BEB9478F-B73B-46CD-8D03-0F26D6B53072}" srcId="{C04817A6-D1D6-43A3-85C7-6D351C63FEB1}" destId="{71C8BDBE-209B-4399-82C5-2268E1F2E5DF}" srcOrd="4" destOrd="0" parTransId="{51061B78-F6A3-4110-8875-C0BA443324B8}" sibTransId="{312EFCCC-AAFC-4535-890E-8B00FC1958A5}"/>
    <dgm:cxn modelId="{61177BA7-79E6-457F-8CF5-C316D5AB62F0}" type="presOf" srcId="{3437D1D2-C27F-4433-B855-F8B49069D86E}" destId="{6CA8D72B-EAC4-477D-9049-32254DA74836}" srcOrd="0" destOrd="3" presId="urn:microsoft.com/office/officeart/2005/8/layout/vList2"/>
    <dgm:cxn modelId="{65659BA9-D155-4564-AB82-75056E3273FB}" srcId="{C04817A6-D1D6-43A3-85C7-6D351C63FEB1}" destId="{3437D1D2-C27F-4433-B855-F8B49069D86E}" srcOrd="2" destOrd="0" parTransId="{B2D6D22A-7F10-4962-9117-17B6699F947E}" sibTransId="{9FAFAE8A-8601-4A17-B929-F23191A75326}"/>
    <dgm:cxn modelId="{DC111CBD-44D4-40AF-B275-AEED84F0DD4F}" type="presOf" srcId="{CD12AA95-1B89-4BB3-B23A-6456FC177E96}" destId="{FA698728-87CB-43A5-82B0-0E64575745BD}" srcOrd="0" destOrd="0" presId="urn:microsoft.com/office/officeart/2005/8/layout/vList2"/>
    <dgm:cxn modelId="{39E514CE-C735-428D-BC6C-1AEEA4F68FCE}" srcId="{C04817A6-D1D6-43A3-85C7-6D351C63FEB1}" destId="{D0D23B87-4434-4A6F-B881-50FD4093F3E5}" srcOrd="3" destOrd="0" parTransId="{8A8B1B88-42B7-40D6-BAD7-9631CB2F251D}" sibTransId="{DC39367C-1097-4366-BB93-CEDBDA3915A3}"/>
    <dgm:cxn modelId="{991262D1-6AF5-420F-99C3-40EC55646CDC}" srcId="{BE6CBA72-4EF1-44F8-AF40-B8235572EDFC}" destId="{64A709AF-2BAE-462C-A91D-DE6F80EC37AF}" srcOrd="0" destOrd="0" parTransId="{8D5B1AD5-DDD5-409E-A53C-50F515DEC056}" sibTransId="{BD507B0E-7C1B-4A81-BD6D-D650BA504D12}"/>
    <dgm:cxn modelId="{7D23D8EF-876F-4FD8-9F3C-FBC46A6EDF96}" srcId="{C04817A6-D1D6-43A3-85C7-6D351C63FEB1}" destId="{BE6CBA72-4EF1-44F8-AF40-B8235572EDFC}" srcOrd="1" destOrd="0" parTransId="{CFBE6397-F163-4E83-B640-AB11E62FF531}" sibTransId="{C8F58A42-D951-42A7-A913-8D62658A770A}"/>
    <dgm:cxn modelId="{206AF6F6-1F7F-4AA5-AFB4-E70BA2A0891A}" type="presOf" srcId="{71C8BDBE-209B-4399-82C5-2268E1F2E5DF}" destId="{6CA8D72B-EAC4-477D-9049-32254DA74836}" srcOrd="0" destOrd="7" presId="urn:microsoft.com/office/officeart/2005/8/layout/vList2"/>
    <dgm:cxn modelId="{D70D0F03-428D-4C5E-A960-8F70B74E173C}" type="presParOf" srcId="{FA698728-87CB-43A5-82B0-0E64575745BD}" destId="{35F93CF3-955B-4ED3-9D31-26832BCBB856}" srcOrd="0" destOrd="0" presId="urn:microsoft.com/office/officeart/2005/8/layout/vList2"/>
    <dgm:cxn modelId="{575C0F4A-7BC5-4342-92C2-93BA81371F38}" type="presParOf" srcId="{FA698728-87CB-43A5-82B0-0E64575745BD}" destId="{6CA8D72B-EAC4-477D-9049-32254DA748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2FD75F-06B5-DF4F-A0EA-FE82969FF19C}" type="doc">
      <dgm:prSet loTypeId="urn:microsoft.com/office/officeart/2005/8/layout/equatio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DA23A18-DC86-A743-B350-1F7630EBCBB0}">
      <dgm:prSet phldrT="[텍스트]" phldr="0" custT="1"/>
      <dgm:spPr>
        <a:solidFill>
          <a:srgbClr val="FCEFC2"/>
        </a:solidFill>
        <a:ln>
          <a:solidFill>
            <a:srgbClr val="353B6D"/>
          </a:solidFill>
        </a:ln>
      </dgm:spPr>
      <dgm:t>
        <a:bodyPr/>
        <a:lstStyle/>
        <a:p>
          <a:pPr latinLnBrk="1"/>
          <a:r>
            <a:rPr lang="ko-KR" altLang="en-US" sz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효율성</a:t>
          </a:r>
        </a:p>
      </dgm:t>
    </dgm:pt>
    <dgm:pt modelId="{0B44DA96-2529-A841-981F-58101446EB3F}" type="parTrans" cxnId="{2A26D6B7-47CD-8C4B-9E07-92AE16C70308}">
      <dgm:prSet/>
      <dgm:spPr/>
      <dgm:t>
        <a:bodyPr/>
        <a:lstStyle/>
        <a:p>
          <a:pPr latinLnBrk="1"/>
          <a:endParaRPr lang="ko-KR" altLang="en-US"/>
        </a:p>
      </dgm:t>
    </dgm:pt>
    <dgm:pt modelId="{B10A99DF-6168-CA4E-A2E5-BD6930CF9D6C}" type="sibTrans" cxnId="{2A26D6B7-47CD-8C4B-9E07-92AE16C70308}">
      <dgm:prSet/>
      <dgm:spPr/>
      <dgm:t>
        <a:bodyPr/>
        <a:lstStyle/>
        <a:p>
          <a:pPr latinLnBrk="1"/>
          <a:endParaRPr lang="ko-KR" altLang="en-US"/>
        </a:p>
      </dgm:t>
    </dgm:pt>
    <dgm:pt modelId="{CF1CD118-4BEE-E04D-B1D0-2F5D9D440A31}">
      <dgm:prSet phldrT="[텍스트]" phldr="0" custT="1"/>
      <dgm:spPr>
        <a:solidFill>
          <a:srgbClr val="FCEFC2"/>
        </a:solidFill>
        <a:ln>
          <a:solidFill>
            <a:srgbClr val="353B6D"/>
          </a:solidFill>
        </a:ln>
      </dgm:spPr>
      <dgm:t>
        <a:bodyPr/>
        <a:lstStyle/>
        <a:p>
          <a:pPr latinLnBrk="1"/>
          <a:r>
            <a:rPr lang="ko-KR" altLang="en-US" sz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바보들의 천국</a:t>
          </a:r>
        </a:p>
      </dgm:t>
    </dgm:pt>
    <dgm:pt modelId="{A34B5039-8D49-9E4F-A6CF-C74E8986E2EC}" type="parTrans" cxnId="{F4D7246E-6E71-584C-AFDA-73EAE4D1C5FC}">
      <dgm:prSet/>
      <dgm:spPr/>
      <dgm:t>
        <a:bodyPr/>
        <a:lstStyle/>
        <a:p>
          <a:pPr latinLnBrk="1"/>
          <a:endParaRPr lang="ko-KR" altLang="en-US"/>
        </a:p>
      </dgm:t>
    </dgm:pt>
    <dgm:pt modelId="{2FDC15CE-8850-EB47-A540-21BFE8453D75}" type="sibTrans" cxnId="{F4D7246E-6E71-584C-AFDA-73EAE4D1C5FC}">
      <dgm:prSet/>
      <dgm:spPr/>
      <dgm:t>
        <a:bodyPr/>
        <a:lstStyle/>
        <a:p>
          <a:pPr latinLnBrk="1"/>
          <a:endParaRPr lang="ko-KR" altLang="en-US"/>
        </a:p>
      </dgm:t>
    </dgm:pt>
    <dgm:pt modelId="{8BA3B0F0-4A87-3E41-9CDF-0EF65427CC65}">
      <dgm:prSet phldrT="[텍스트]" phldr="0" custT="1"/>
      <dgm:spPr>
        <a:solidFill>
          <a:srgbClr val="FCEFC2"/>
        </a:solidFill>
        <a:ln>
          <a:solidFill>
            <a:srgbClr val="353B6D"/>
          </a:solidFill>
        </a:ln>
      </dgm:spPr>
      <dgm:t>
        <a:bodyPr/>
        <a:lstStyle/>
        <a:p>
          <a:pPr latinLnBrk="1"/>
          <a:r>
            <a:rPr lang="ko-KR" altLang="en-US" sz="1800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본질은</a:t>
          </a:r>
          <a:r>
            <a:rPr lang="en-US" altLang="ko-KR" sz="1800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?</a:t>
          </a:r>
          <a:endParaRPr lang="ko-KR" altLang="en-US" sz="1800" b="1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EAB57A63-A58C-8D44-B62D-802B511D6C26}" type="parTrans" cxnId="{777A3932-02E2-3742-BB74-38F8C9E3A682}">
      <dgm:prSet/>
      <dgm:spPr/>
      <dgm:t>
        <a:bodyPr/>
        <a:lstStyle/>
        <a:p>
          <a:pPr latinLnBrk="1"/>
          <a:endParaRPr lang="ko-KR" altLang="en-US"/>
        </a:p>
      </dgm:t>
    </dgm:pt>
    <dgm:pt modelId="{8F0B69CA-CB30-5E41-BC26-3D1D49CF29C4}" type="sibTrans" cxnId="{777A3932-02E2-3742-BB74-38F8C9E3A682}">
      <dgm:prSet/>
      <dgm:spPr/>
      <dgm:t>
        <a:bodyPr/>
        <a:lstStyle/>
        <a:p>
          <a:pPr latinLnBrk="1"/>
          <a:endParaRPr lang="ko-KR" altLang="en-US"/>
        </a:p>
      </dgm:t>
    </dgm:pt>
    <dgm:pt modelId="{C5D9BCBE-A71F-6945-B66A-2BDFE4B34E96}" type="pres">
      <dgm:prSet presAssocID="{D52FD75F-06B5-DF4F-A0EA-FE82969FF19C}" presName="Name0" presStyleCnt="0">
        <dgm:presLayoutVars>
          <dgm:dir/>
          <dgm:resizeHandles val="exact"/>
        </dgm:presLayoutVars>
      </dgm:prSet>
      <dgm:spPr/>
    </dgm:pt>
    <dgm:pt modelId="{8A645867-0567-B74A-BF77-4051337325EE}" type="pres">
      <dgm:prSet presAssocID="{D52FD75F-06B5-DF4F-A0EA-FE82969FF19C}" presName="vNodes" presStyleCnt="0"/>
      <dgm:spPr/>
    </dgm:pt>
    <dgm:pt modelId="{4FABC6B2-70E6-E343-AEEA-ACE4C00C5717}" type="pres">
      <dgm:prSet presAssocID="{CDA23A18-DC86-A743-B350-1F7630EBCBB0}" presName="node" presStyleLbl="node1" presStyleIdx="0" presStyleCnt="3" custScaleX="51545" custScaleY="51324" custLinFactNeighborX="17072" custLinFactNeighborY="5222">
        <dgm:presLayoutVars>
          <dgm:bulletEnabled val="1"/>
        </dgm:presLayoutVars>
      </dgm:prSet>
      <dgm:spPr/>
    </dgm:pt>
    <dgm:pt modelId="{4BF1CEE2-0A93-1142-8F37-BE82DB7A9647}" type="pres">
      <dgm:prSet presAssocID="{B10A99DF-6168-CA4E-A2E5-BD6930CF9D6C}" presName="spacerT" presStyleCnt="0"/>
      <dgm:spPr/>
    </dgm:pt>
    <dgm:pt modelId="{DAC52106-11FB-E147-8E20-DBBFD457C5D4}" type="pres">
      <dgm:prSet presAssocID="{B10A99DF-6168-CA4E-A2E5-BD6930CF9D6C}" presName="sibTrans" presStyleLbl="sibTrans2D1" presStyleIdx="0" presStyleCnt="2" custScaleX="31820" custScaleY="31820" custLinFactNeighborX="29435"/>
      <dgm:spPr/>
    </dgm:pt>
    <dgm:pt modelId="{0E6FFB00-AA20-5949-B963-AF952ABF8069}" type="pres">
      <dgm:prSet presAssocID="{B10A99DF-6168-CA4E-A2E5-BD6930CF9D6C}" presName="spacerB" presStyleCnt="0"/>
      <dgm:spPr/>
    </dgm:pt>
    <dgm:pt modelId="{FB67E7A3-0212-C54A-B99A-829E2C323CDF}" type="pres">
      <dgm:prSet presAssocID="{CF1CD118-4BEE-E04D-B1D0-2F5D9D440A31}" presName="node" presStyleLbl="node1" presStyleIdx="1" presStyleCnt="3" custScaleX="51545" custScaleY="51324" custLinFactNeighborX="17072" custLinFactNeighborY="16380">
        <dgm:presLayoutVars>
          <dgm:bulletEnabled val="1"/>
        </dgm:presLayoutVars>
      </dgm:prSet>
      <dgm:spPr/>
    </dgm:pt>
    <dgm:pt modelId="{3CA0C224-A694-B340-ADEC-1276C66E05FA}" type="pres">
      <dgm:prSet presAssocID="{D52FD75F-06B5-DF4F-A0EA-FE82969FF19C}" presName="sibTransLast" presStyleLbl="sibTrans2D1" presStyleIdx="1" presStyleCnt="2" custScaleX="98111" custScaleY="40989" custLinFactNeighborX="-9579"/>
      <dgm:spPr/>
    </dgm:pt>
    <dgm:pt modelId="{8CF30FA6-4C73-774A-8E7E-3B9C7FD17FF4}" type="pres">
      <dgm:prSet presAssocID="{D52FD75F-06B5-DF4F-A0EA-FE82969FF19C}" presName="connectorText" presStyleLbl="sibTrans2D1" presStyleIdx="1" presStyleCnt="2"/>
      <dgm:spPr/>
    </dgm:pt>
    <dgm:pt modelId="{7B14B3AD-600E-8C40-A458-34FFD124D374}" type="pres">
      <dgm:prSet presAssocID="{D52FD75F-06B5-DF4F-A0EA-FE82969FF19C}" presName="lastNode" presStyleLbl="node1" presStyleIdx="2" presStyleCnt="3" custScaleX="36704" custScaleY="37334" custLinFactNeighborX="9893">
        <dgm:presLayoutVars>
          <dgm:bulletEnabled val="1"/>
        </dgm:presLayoutVars>
      </dgm:prSet>
      <dgm:spPr/>
    </dgm:pt>
  </dgm:ptLst>
  <dgm:cxnLst>
    <dgm:cxn modelId="{DCF9FE0B-F886-6341-B452-D6C1C798BD6F}" type="presOf" srcId="{D52FD75F-06B5-DF4F-A0EA-FE82969FF19C}" destId="{C5D9BCBE-A71F-6945-B66A-2BDFE4B34E96}" srcOrd="0" destOrd="0" presId="urn:microsoft.com/office/officeart/2005/8/layout/equation2"/>
    <dgm:cxn modelId="{777A3932-02E2-3742-BB74-38F8C9E3A682}" srcId="{D52FD75F-06B5-DF4F-A0EA-FE82969FF19C}" destId="{8BA3B0F0-4A87-3E41-9CDF-0EF65427CC65}" srcOrd="2" destOrd="0" parTransId="{EAB57A63-A58C-8D44-B62D-802B511D6C26}" sibTransId="{8F0B69CA-CB30-5E41-BC26-3D1D49CF29C4}"/>
    <dgm:cxn modelId="{7E33514B-7BD7-0D4D-BF90-2F3EBF5C3AAC}" type="presOf" srcId="{2FDC15CE-8850-EB47-A540-21BFE8453D75}" destId="{3CA0C224-A694-B340-ADEC-1276C66E05FA}" srcOrd="0" destOrd="0" presId="urn:microsoft.com/office/officeart/2005/8/layout/equation2"/>
    <dgm:cxn modelId="{C238E34D-38C5-DC4C-AAAC-366BF725AAB2}" type="presOf" srcId="{CF1CD118-4BEE-E04D-B1D0-2F5D9D440A31}" destId="{FB67E7A3-0212-C54A-B99A-829E2C323CDF}" srcOrd="0" destOrd="0" presId="urn:microsoft.com/office/officeart/2005/8/layout/equation2"/>
    <dgm:cxn modelId="{F4D7246E-6E71-584C-AFDA-73EAE4D1C5FC}" srcId="{D52FD75F-06B5-DF4F-A0EA-FE82969FF19C}" destId="{CF1CD118-4BEE-E04D-B1D0-2F5D9D440A31}" srcOrd="1" destOrd="0" parTransId="{A34B5039-8D49-9E4F-A6CF-C74E8986E2EC}" sibTransId="{2FDC15CE-8850-EB47-A540-21BFE8453D75}"/>
    <dgm:cxn modelId="{2A26D6B7-47CD-8C4B-9E07-92AE16C70308}" srcId="{D52FD75F-06B5-DF4F-A0EA-FE82969FF19C}" destId="{CDA23A18-DC86-A743-B350-1F7630EBCBB0}" srcOrd="0" destOrd="0" parTransId="{0B44DA96-2529-A841-981F-58101446EB3F}" sibTransId="{B10A99DF-6168-CA4E-A2E5-BD6930CF9D6C}"/>
    <dgm:cxn modelId="{177621B8-41FB-E840-A6FE-7822CEDC5C45}" type="presOf" srcId="{2FDC15CE-8850-EB47-A540-21BFE8453D75}" destId="{8CF30FA6-4C73-774A-8E7E-3B9C7FD17FF4}" srcOrd="1" destOrd="0" presId="urn:microsoft.com/office/officeart/2005/8/layout/equation2"/>
    <dgm:cxn modelId="{B89C4DDE-C0C4-394B-A458-D5844FCCF388}" type="presOf" srcId="{8BA3B0F0-4A87-3E41-9CDF-0EF65427CC65}" destId="{7B14B3AD-600E-8C40-A458-34FFD124D374}" srcOrd="0" destOrd="0" presId="urn:microsoft.com/office/officeart/2005/8/layout/equation2"/>
    <dgm:cxn modelId="{739899E4-171E-0048-97FE-91674EC9FE74}" type="presOf" srcId="{CDA23A18-DC86-A743-B350-1F7630EBCBB0}" destId="{4FABC6B2-70E6-E343-AEEA-ACE4C00C5717}" srcOrd="0" destOrd="0" presId="urn:microsoft.com/office/officeart/2005/8/layout/equation2"/>
    <dgm:cxn modelId="{51DC97E6-1445-DB40-9D43-FC9130792956}" type="presOf" srcId="{B10A99DF-6168-CA4E-A2E5-BD6930CF9D6C}" destId="{DAC52106-11FB-E147-8E20-DBBFD457C5D4}" srcOrd="0" destOrd="0" presId="urn:microsoft.com/office/officeart/2005/8/layout/equation2"/>
    <dgm:cxn modelId="{1681EC96-B4E2-0248-9B66-6363B2C15375}" type="presParOf" srcId="{C5D9BCBE-A71F-6945-B66A-2BDFE4B34E96}" destId="{8A645867-0567-B74A-BF77-4051337325EE}" srcOrd="0" destOrd="0" presId="urn:microsoft.com/office/officeart/2005/8/layout/equation2"/>
    <dgm:cxn modelId="{0A456AE1-2B6E-3444-B007-82851764AE36}" type="presParOf" srcId="{8A645867-0567-B74A-BF77-4051337325EE}" destId="{4FABC6B2-70E6-E343-AEEA-ACE4C00C5717}" srcOrd="0" destOrd="0" presId="urn:microsoft.com/office/officeart/2005/8/layout/equation2"/>
    <dgm:cxn modelId="{5890FC92-EF9C-DE4F-84A9-3B12FFB71DB7}" type="presParOf" srcId="{8A645867-0567-B74A-BF77-4051337325EE}" destId="{4BF1CEE2-0A93-1142-8F37-BE82DB7A9647}" srcOrd="1" destOrd="0" presId="urn:microsoft.com/office/officeart/2005/8/layout/equation2"/>
    <dgm:cxn modelId="{EF0F8E5E-321C-7743-921B-92F549D85DB7}" type="presParOf" srcId="{8A645867-0567-B74A-BF77-4051337325EE}" destId="{DAC52106-11FB-E147-8E20-DBBFD457C5D4}" srcOrd="2" destOrd="0" presId="urn:microsoft.com/office/officeart/2005/8/layout/equation2"/>
    <dgm:cxn modelId="{83CBC36B-1A8A-BE45-9989-37243D08857A}" type="presParOf" srcId="{8A645867-0567-B74A-BF77-4051337325EE}" destId="{0E6FFB00-AA20-5949-B963-AF952ABF8069}" srcOrd="3" destOrd="0" presId="urn:microsoft.com/office/officeart/2005/8/layout/equation2"/>
    <dgm:cxn modelId="{CF4A37EA-5945-7E42-BBC4-F53A4A8D77C7}" type="presParOf" srcId="{8A645867-0567-B74A-BF77-4051337325EE}" destId="{FB67E7A3-0212-C54A-B99A-829E2C323CDF}" srcOrd="4" destOrd="0" presId="urn:microsoft.com/office/officeart/2005/8/layout/equation2"/>
    <dgm:cxn modelId="{3D83C9DE-7F30-764A-B734-277CC6FA88B7}" type="presParOf" srcId="{C5D9BCBE-A71F-6945-B66A-2BDFE4B34E96}" destId="{3CA0C224-A694-B340-ADEC-1276C66E05FA}" srcOrd="1" destOrd="0" presId="urn:microsoft.com/office/officeart/2005/8/layout/equation2"/>
    <dgm:cxn modelId="{037ADE97-D8DE-7A46-82B2-69F856037209}" type="presParOf" srcId="{3CA0C224-A694-B340-ADEC-1276C66E05FA}" destId="{8CF30FA6-4C73-774A-8E7E-3B9C7FD17FF4}" srcOrd="0" destOrd="0" presId="urn:microsoft.com/office/officeart/2005/8/layout/equation2"/>
    <dgm:cxn modelId="{D7D1E394-BC50-5342-B43E-B392CCF929B4}" type="presParOf" srcId="{C5D9BCBE-A71F-6945-B66A-2BDFE4B34E96}" destId="{7B14B3AD-600E-8C40-A458-34FFD124D374}" srcOrd="2" destOrd="0" presId="urn:microsoft.com/office/officeart/2005/8/layout/equation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AB145-16D4-4DED-A52A-88D8AD1EBFA2}">
      <dsp:nvSpPr>
        <dsp:cNvPr id="0" name=""/>
        <dsp:cNvSpPr/>
      </dsp:nvSpPr>
      <dsp:spPr>
        <a:xfrm>
          <a:off x="638087" y="386613"/>
          <a:ext cx="3500441" cy="3500441"/>
        </a:xfrm>
        <a:prstGeom prst="pie">
          <a:avLst>
            <a:gd name="adj1" fmla="val 16200000"/>
            <a:gd name="adj2" fmla="val 1800000"/>
          </a:avLst>
        </a:prstGeom>
        <a:solidFill>
          <a:srgbClr val="FCEFC2">
            <a:alpha val="80000"/>
          </a:srgbClr>
        </a:solidFill>
        <a:ln w="9525" cap="flat" cmpd="sng" algn="ctr">
          <a:noFill/>
          <a:prstDash val="solid"/>
          <a:miter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과학 문명의</a:t>
          </a:r>
          <a:endParaRPr lang="en-US" altLang="ko-KR" sz="1400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횡포</a:t>
          </a:r>
          <a:endParaRPr lang="en-US" altLang="ko-KR" sz="1400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↧</a:t>
          </a:r>
          <a:endParaRPr lang="en-US" altLang="ko-KR" sz="1400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공포 </a:t>
          </a:r>
          <a:r>
            <a:rPr lang="en-US" altLang="ko-KR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+</a:t>
          </a: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혼돈으로 인식</a:t>
          </a:r>
          <a:endParaRPr lang="ko-KR" altLang="en-US" sz="1400" kern="1200" dirty="0"/>
        </a:p>
      </dsp:txBody>
      <dsp:txXfrm>
        <a:off x="2541244" y="1032528"/>
        <a:ext cx="1187649" cy="1166813"/>
      </dsp:txXfrm>
    </dsp:sp>
    <dsp:sp modelId="{B6ADD37C-D046-4304-B952-118014E59BAD}">
      <dsp:nvSpPr>
        <dsp:cNvPr id="0" name=""/>
        <dsp:cNvSpPr/>
      </dsp:nvSpPr>
      <dsp:spPr>
        <a:xfrm>
          <a:off x="631130" y="385465"/>
          <a:ext cx="3500441" cy="3500441"/>
        </a:xfrm>
        <a:prstGeom prst="pie">
          <a:avLst>
            <a:gd name="adj1" fmla="val 1800000"/>
            <a:gd name="adj2" fmla="val 9000000"/>
          </a:avLst>
        </a:prstGeom>
        <a:solidFill>
          <a:srgbClr val="FCEFC2"/>
        </a:solidFill>
        <a:ln w="9525" cap="flat" cmpd="sng" algn="ctr">
          <a:noFill/>
          <a:prstDash val="solid"/>
          <a:miter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지나친 과학 남용</a:t>
          </a:r>
          <a:endParaRPr lang="en-US" altLang="ko-KR" sz="1400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↧</a:t>
          </a:r>
          <a:endParaRPr lang="en-US" altLang="ko-KR" sz="1400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문명의 몰락</a:t>
          </a:r>
          <a:r>
            <a:rPr lang="en-US" altLang="ko-KR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&amp;</a:t>
          </a: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파괴 묘사</a:t>
          </a:r>
          <a:endParaRPr lang="ko-KR" altLang="en-US" sz="1400" kern="1200" dirty="0"/>
        </a:p>
      </dsp:txBody>
      <dsp:txXfrm>
        <a:off x="1589584" y="2594077"/>
        <a:ext cx="1583532" cy="1083469"/>
      </dsp:txXfrm>
    </dsp:sp>
    <dsp:sp modelId="{FBE5FE2C-F670-43B7-AF62-3DDCF39C8E93}">
      <dsp:nvSpPr>
        <dsp:cNvPr id="0" name=""/>
        <dsp:cNvSpPr/>
      </dsp:nvSpPr>
      <dsp:spPr>
        <a:xfrm>
          <a:off x="631130" y="385465"/>
          <a:ext cx="3500441" cy="3500441"/>
        </a:xfrm>
        <a:prstGeom prst="pie">
          <a:avLst>
            <a:gd name="adj1" fmla="val 9000000"/>
            <a:gd name="adj2" fmla="val 16200000"/>
          </a:avLst>
        </a:prstGeom>
        <a:solidFill>
          <a:srgbClr val="FCEFC2">
            <a:alpha val="60000"/>
          </a:srgbClr>
        </a:solidFill>
        <a:ln w="9525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이율 </a:t>
          </a:r>
          <a:r>
            <a:rPr lang="ko-KR" altLang="en-US" sz="1400" kern="1200" dirty="0" err="1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배반적</a:t>
          </a:r>
          <a:r>
            <a:rPr lang="ko-KR" altLang="en-US" sz="14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삶</a:t>
          </a:r>
          <a:endParaRPr lang="ko-KR" altLang="en-US" sz="1400" kern="1200" dirty="0"/>
        </a:p>
      </dsp:txBody>
      <dsp:txXfrm>
        <a:off x="1006177" y="1073051"/>
        <a:ext cx="1187649" cy="1166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466B8-7E99-4AF0-9B71-FD3DBF10FDDD}">
      <dsp:nvSpPr>
        <dsp:cNvPr id="0" name=""/>
        <dsp:cNvSpPr/>
      </dsp:nvSpPr>
      <dsp:spPr>
        <a:xfrm>
          <a:off x="1409442" y="403983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1548176" y="448082"/>
        <a:ext cx="16214" cy="3242"/>
      </dsp:txXfrm>
    </dsp:sp>
    <dsp:sp modelId="{C9EFE489-6DDC-41C0-B7E1-74475651D8D2}">
      <dsp:nvSpPr>
        <dsp:cNvPr id="0" name=""/>
        <dsp:cNvSpPr/>
      </dsp:nvSpPr>
      <dsp:spPr>
        <a:xfrm>
          <a:off x="1316" y="26726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부화 습성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훈련 본부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316" y="26726"/>
        <a:ext cx="1409926" cy="845955"/>
      </dsp:txXfrm>
    </dsp:sp>
    <dsp:sp modelId="{4CD75FC9-6D8E-43BE-BD2E-65F70BB40FFC}">
      <dsp:nvSpPr>
        <dsp:cNvPr id="0" name=""/>
        <dsp:cNvSpPr/>
      </dsp:nvSpPr>
      <dsp:spPr>
        <a:xfrm>
          <a:off x="3143651" y="403983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3282385" y="448082"/>
        <a:ext cx="16214" cy="3242"/>
      </dsp:txXfrm>
    </dsp:sp>
    <dsp:sp modelId="{9B8A0711-5598-4FB3-B449-3BB8241260F5}">
      <dsp:nvSpPr>
        <dsp:cNvPr id="0" name=""/>
        <dsp:cNvSpPr/>
      </dsp:nvSpPr>
      <dsp:spPr>
        <a:xfrm>
          <a:off x="1735525" y="26726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버나드에게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끌리는 </a:t>
          </a:r>
          <a:r>
            <a:rPr lang="ko-KR" altLang="en-US" sz="1200" kern="1200" err="1">
              <a:latin typeface="HY견명조" panose="02030600000101010101" pitchFamily="18" charset="-127"/>
              <a:ea typeface="HY견명조" panose="02030600000101010101" pitchFamily="18" charset="-127"/>
            </a:rPr>
            <a:t>레니나</a:t>
          </a:r>
          <a:endParaRPr lang="ko-KR" altLang="en-US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735525" y="26726"/>
        <a:ext cx="1409926" cy="845955"/>
      </dsp:txXfrm>
    </dsp:sp>
    <dsp:sp modelId="{E5476B2C-BCAE-4344-8D69-426D5498D37B}">
      <dsp:nvSpPr>
        <dsp:cNvPr id="0" name=""/>
        <dsp:cNvSpPr/>
      </dsp:nvSpPr>
      <dsp:spPr>
        <a:xfrm>
          <a:off x="4877860" y="403983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016595" y="448082"/>
        <a:ext cx="16214" cy="3242"/>
      </dsp:txXfrm>
    </dsp:sp>
    <dsp:sp modelId="{2945394B-C9F4-4531-9326-85D1E4D2DCFE}">
      <dsp:nvSpPr>
        <dsp:cNvPr id="0" name=""/>
        <dsp:cNvSpPr/>
      </dsp:nvSpPr>
      <dsp:spPr>
        <a:xfrm>
          <a:off x="3469734" y="26726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뉴 멕시코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보호구역</a:t>
          </a:r>
        </a:p>
      </dsp:txBody>
      <dsp:txXfrm>
        <a:off x="3469734" y="26726"/>
        <a:ext cx="1409926" cy="845955"/>
      </dsp:txXfrm>
    </dsp:sp>
    <dsp:sp modelId="{CB78FA80-2403-4D98-B396-B066B581E5FC}">
      <dsp:nvSpPr>
        <dsp:cNvPr id="0" name=""/>
        <dsp:cNvSpPr/>
      </dsp:nvSpPr>
      <dsp:spPr>
        <a:xfrm>
          <a:off x="706279" y="870881"/>
          <a:ext cx="5202627" cy="293683"/>
        </a:xfrm>
        <a:custGeom>
          <a:avLst/>
          <a:gdLst/>
          <a:ahLst/>
          <a:cxnLst/>
          <a:rect l="0" t="0" r="0" b="0"/>
          <a:pathLst>
            <a:path>
              <a:moveTo>
                <a:pt x="5202627" y="0"/>
              </a:moveTo>
              <a:lnTo>
                <a:pt x="5202627" y="163941"/>
              </a:lnTo>
              <a:lnTo>
                <a:pt x="0" y="163941"/>
              </a:lnTo>
              <a:lnTo>
                <a:pt x="0" y="293683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3177274" y="1016101"/>
        <a:ext cx="260636" cy="3242"/>
      </dsp:txXfrm>
    </dsp:sp>
    <dsp:sp modelId="{04562270-20AC-4D56-8BC0-1B6EE48FFEBB}">
      <dsp:nvSpPr>
        <dsp:cNvPr id="0" name=""/>
        <dsp:cNvSpPr/>
      </dsp:nvSpPr>
      <dsp:spPr>
        <a:xfrm>
          <a:off x="5203943" y="26726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문명인이었던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린다와 존</a:t>
          </a:r>
        </a:p>
      </dsp:txBody>
      <dsp:txXfrm>
        <a:off x="5203943" y="26726"/>
        <a:ext cx="1409926" cy="845955"/>
      </dsp:txXfrm>
    </dsp:sp>
    <dsp:sp modelId="{87A85B52-525E-43B8-8F6A-AF52C773894B}">
      <dsp:nvSpPr>
        <dsp:cNvPr id="0" name=""/>
        <dsp:cNvSpPr/>
      </dsp:nvSpPr>
      <dsp:spPr>
        <a:xfrm>
          <a:off x="1409442" y="1574222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1548176" y="1618321"/>
        <a:ext cx="16214" cy="3242"/>
      </dsp:txXfrm>
    </dsp:sp>
    <dsp:sp modelId="{C0B63ABA-6150-45B8-8434-FEBC364E8BF8}">
      <dsp:nvSpPr>
        <dsp:cNvPr id="0" name=""/>
        <dsp:cNvSpPr/>
      </dsp:nvSpPr>
      <dsp:spPr>
        <a:xfrm>
          <a:off x="1316" y="1196964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유명인사가 된</a:t>
          </a:r>
          <a:endParaRPr lang="en-US" altLang="ko-KR" sz="12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버나드</a:t>
          </a:r>
          <a:endParaRPr lang="en-US" altLang="ko-KR" sz="12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316" y="1196964"/>
        <a:ext cx="1409926" cy="845955"/>
      </dsp:txXfrm>
    </dsp:sp>
    <dsp:sp modelId="{CC7E5504-C031-4923-AAEC-7517B51B26A2}">
      <dsp:nvSpPr>
        <dsp:cNvPr id="0" name=""/>
        <dsp:cNvSpPr/>
      </dsp:nvSpPr>
      <dsp:spPr>
        <a:xfrm>
          <a:off x="3143651" y="1574222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3282385" y="1618321"/>
        <a:ext cx="16214" cy="3242"/>
      </dsp:txXfrm>
    </dsp:sp>
    <dsp:sp modelId="{7D7E9C8F-0C3B-40CA-A95F-D0DE96E0099C}">
      <dsp:nvSpPr>
        <dsp:cNvPr id="0" name=""/>
        <dsp:cNvSpPr/>
      </dsp:nvSpPr>
      <dsp:spPr>
        <a:xfrm>
          <a:off x="1735525" y="1196964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존의 태도변화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735525" y="1196964"/>
        <a:ext cx="1409926" cy="845955"/>
      </dsp:txXfrm>
    </dsp:sp>
    <dsp:sp modelId="{B214FD84-7719-497B-AA58-FC75D0B4B91E}">
      <dsp:nvSpPr>
        <dsp:cNvPr id="0" name=""/>
        <dsp:cNvSpPr/>
      </dsp:nvSpPr>
      <dsp:spPr>
        <a:xfrm>
          <a:off x="4877860" y="1574222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016595" y="1618321"/>
        <a:ext cx="16214" cy="3242"/>
      </dsp:txXfrm>
    </dsp:sp>
    <dsp:sp modelId="{A0E182B3-1881-4F05-B4DD-6B61D7A45FD7}">
      <dsp:nvSpPr>
        <dsp:cNvPr id="0" name=""/>
        <dsp:cNvSpPr/>
      </dsp:nvSpPr>
      <dsp:spPr>
        <a:xfrm>
          <a:off x="3469734" y="1196964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존과 </a:t>
          </a:r>
          <a:r>
            <a:rPr lang="ko-KR" altLang="en-US" sz="1200" kern="1200" err="1">
              <a:latin typeface="HY견명조" panose="02030600000101010101" pitchFamily="18" charset="-127"/>
              <a:ea typeface="HY견명조" panose="02030600000101010101" pitchFamily="18" charset="-127"/>
            </a:rPr>
            <a:t>레니나의</a:t>
          </a: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 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관계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3469734" y="1196964"/>
        <a:ext cx="1409926" cy="845955"/>
      </dsp:txXfrm>
    </dsp:sp>
    <dsp:sp modelId="{14D8068A-65EE-46F5-BBD9-FA3CF99E6DA0}">
      <dsp:nvSpPr>
        <dsp:cNvPr id="0" name=""/>
        <dsp:cNvSpPr/>
      </dsp:nvSpPr>
      <dsp:spPr>
        <a:xfrm>
          <a:off x="706279" y="2041120"/>
          <a:ext cx="5202627" cy="293683"/>
        </a:xfrm>
        <a:custGeom>
          <a:avLst/>
          <a:gdLst/>
          <a:ahLst/>
          <a:cxnLst/>
          <a:rect l="0" t="0" r="0" b="0"/>
          <a:pathLst>
            <a:path>
              <a:moveTo>
                <a:pt x="5202627" y="0"/>
              </a:moveTo>
              <a:lnTo>
                <a:pt x="5202627" y="163941"/>
              </a:lnTo>
              <a:lnTo>
                <a:pt x="0" y="163941"/>
              </a:lnTo>
              <a:lnTo>
                <a:pt x="0" y="293683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3177274" y="2186340"/>
        <a:ext cx="260636" cy="3242"/>
      </dsp:txXfrm>
    </dsp:sp>
    <dsp:sp modelId="{CE5808CF-73F3-42EE-9DBD-8BC3040C52DF}">
      <dsp:nvSpPr>
        <dsp:cNvPr id="0" name=""/>
        <dsp:cNvSpPr/>
      </dsp:nvSpPr>
      <dsp:spPr>
        <a:xfrm>
          <a:off x="5203943" y="1196964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린다의 사망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5203943" y="1196964"/>
        <a:ext cx="1409926" cy="845955"/>
      </dsp:txXfrm>
    </dsp:sp>
    <dsp:sp modelId="{90339661-CF87-43A5-A34A-A456E781C8B6}">
      <dsp:nvSpPr>
        <dsp:cNvPr id="0" name=""/>
        <dsp:cNvSpPr/>
      </dsp:nvSpPr>
      <dsp:spPr>
        <a:xfrm>
          <a:off x="1409442" y="2744461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1548176" y="2788559"/>
        <a:ext cx="16214" cy="3242"/>
      </dsp:txXfrm>
    </dsp:sp>
    <dsp:sp modelId="{44895935-7855-4D53-8F9E-A2888DC2E4C8}">
      <dsp:nvSpPr>
        <dsp:cNvPr id="0" name=""/>
        <dsp:cNvSpPr/>
      </dsp:nvSpPr>
      <dsp:spPr>
        <a:xfrm>
          <a:off x="1316" y="2367203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군중 선동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316" y="2367203"/>
        <a:ext cx="1409926" cy="845955"/>
      </dsp:txXfrm>
    </dsp:sp>
    <dsp:sp modelId="{AD12073A-7156-488D-863C-99F67BA0743E}">
      <dsp:nvSpPr>
        <dsp:cNvPr id="0" name=""/>
        <dsp:cNvSpPr/>
      </dsp:nvSpPr>
      <dsp:spPr>
        <a:xfrm>
          <a:off x="3143651" y="2744461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3282385" y="2788559"/>
        <a:ext cx="16214" cy="3242"/>
      </dsp:txXfrm>
    </dsp:sp>
    <dsp:sp modelId="{B24BF227-F723-4981-B564-9968E058D862}">
      <dsp:nvSpPr>
        <dsp:cNvPr id="0" name=""/>
        <dsp:cNvSpPr/>
      </dsp:nvSpPr>
      <dsp:spPr>
        <a:xfrm>
          <a:off x="1735525" y="2367203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사회를 행복하게 만들기 위한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조건들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735525" y="2367203"/>
        <a:ext cx="1409926" cy="845955"/>
      </dsp:txXfrm>
    </dsp:sp>
    <dsp:sp modelId="{5B50904D-7A9A-43A8-8DF9-B9E20F3E5C86}">
      <dsp:nvSpPr>
        <dsp:cNvPr id="0" name=""/>
        <dsp:cNvSpPr/>
      </dsp:nvSpPr>
      <dsp:spPr>
        <a:xfrm>
          <a:off x="4877860" y="2744461"/>
          <a:ext cx="2936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683" y="45720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016595" y="2788559"/>
        <a:ext cx="16214" cy="3242"/>
      </dsp:txXfrm>
    </dsp:sp>
    <dsp:sp modelId="{44463367-61B2-4D80-82C4-05DED99EACEA}">
      <dsp:nvSpPr>
        <dsp:cNvPr id="0" name=""/>
        <dsp:cNvSpPr/>
      </dsp:nvSpPr>
      <dsp:spPr>
        <a:xfrm>
          <a:off x="3469734" y="2367203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한적한 등대로 간 존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3469734" y="2367203"/>
        <a:ext cx="1409926" cy="845955"/>
      </dsp:txXfrm>
    </dsp:sp>
    <dsp:sp modelId="{C174FDF3-F9FC-4B42-884B-72095689C2DE}">
      <dsp:nvSpPr>
        <dsp:cNvPr id="0" name=""/>
        <dsp:cNvSpPr/>
      </dsp:nvSpPr>
      <dsp:spPr>
        <a:xfrm>
          <a:off x="706279" y="3211359"/>
          <a:ext cx="5202627" cy="293683"/>
        </a:xfrm>
        <a:custGeom>
          <a:avLst/>
          <a:gdLst/>
          <a:ahLst/>
          <a:cxnLst/>
          <a:rect l="0" t="0" r="0" b="0"/>
          <a:pathLst>
            <a:path>
              <a:moveTo>
                <a:pt x="5202627" y="0"/>
              </a:moveTo>
              <a:lnTo>
                <a:pt x="5202627" y="163941"/>
              </a:lnTo>
              <a:lnTo>
                <a:pt x="0" y="163941"/>
              </a:lnTo>
              <a:lnTo>
                <a:pt x="0" y="293683"/>
              </a:lnTo>
            </a:path>
          </a:pathLst>
        </a:custGeom>
        <a:noFill/>
        <a:ln w="28575" cap="flat" cmpd="sng" algn="ctr">
          <a:solidFill>
            <a:srgbClr val="CF1E3D"/>
          </a:solidFill>
          <a:prstDash val="solid"/>
          <a:miter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3177274" y="3356579"/>
        <a:ext cx="260636" cy="3242"/>
      </dsp:txXfrm>
    </dsp:sp>
    <dsp:sp modelId="{982F1409-29EC-460C-A04A-FE8558728555}">
      <dsp:nvSpPr>
        <dsp:cNvPr id="0" name=""/>
        <dsp:cNvSpPr/>
      </dsp:nvSpPr>
      <dsp:spPr>
        <a:xfrm>
          <a:off x="5203943" y="2367203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존의 정신적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무너짐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5203943" y="2367203"/>
        <a:ext cx="1409926" cy="845955"/>
      </dsp:txXfrm>
    </dsp:sp>
    <dsp:sp modelId="{56CAC1E8-F7F5-4570-B931-9788280E4478}">
      <dsp:nvSpPr>
        <dsp:cNvPr id="0" name=""/>
        <dsp:cNvSpPr/>
      </dsp:nvSpPr>
      <dsp:spPr>
        <a:xfrm>
          <a:off x="1316" y="3537442"/>
          <a:ext cx="1409926" cy="845955"/>
        </a:xfrm>
        <a:prstGeom prst="rect">
          <a:avLst/>
        </a:prstGeom>
        <a:solidFill>
          <a:srgbClr val="3A4076"/>
        </a:solidFill>
        <a:ln w="19050" cap="flat" cmpd="sng" algn="ctr">
          <a:solidFill>
            <a:srgbClr val="F6D247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>
              <a:latin typeface="HY견명조" panose="02030600000101010101" pitchFamily="18" charset="-127"/>
              <a:ea typeface="HY견명조" panose="02030600000101010101" pitchFamily="18" charset="-127"/>
            </a:rPr>
            <a:t>자살을 택한 존</a:t>
          </a:r>
          <a:endParaRPr lang="en-US" altLang="ko-KR" sz="1200" kern="120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316" y="3537442"/>
        <a:ext cx="1409926" cy="8459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93CF3-955B-4ED3-9D31-26832BCBB856}">
      <dsp:nvSpPr>
        <dsp:cNvPr id="0" name=""/>
        <dsp:cNvSpPr/>
      </dsp:nvSpPr>
      <dsp:spPr>
        <a:xfrm>
          <a:off x="0" y="45797"/>
          <a:ext cx="4120810" cy="355691"/>
        </a:xfrm>
        <a:prstGeom prst="roundRect">
          <a:avLst/>
        </a:prstGeom>
        <a:solidFill>
          <a:srgbClr val="CF1E3D"/>
        </a:solid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알파</a:t>
          </a:r>
          <a:r>
            <a:rPr lang="el-GR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α</a:t>
          </a:r>
          <a:r>
            <a:rPr lang="en-US" altLang="ko-KR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베타</a:t>
          </a:r>
          <a:r>
            <a:rPr lang="el-GR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β</a:t>
          </a:r>
          <a:r>
            <a:rPr lang="en-US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(</a:t>
          </a:r>
          <a:r>
            <a:rPr lang="ko-KR" altLang="en-US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상위계층</a:t>
          </a:r>
          <a:r>
            <a:rPr lang="en-US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)</a:t>
          </a:r>
          <a:r>
            <a:rPr lang="ko-KR" altLang="en-US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</a:t>
          </a:r>
        </a:p>
      </dsp:txBody>
      <dsp:txXfrm>
        <a:off x="17363" y="63160"/>
        <a:ext cx="4086084" cy="320965"/>
      </dsp:txXfrm>
    </dsp:sp>
    <dsp:sp modelId="{6CA8D72B-EAC4-477D-9049-32254DA74836}">
      <dsp:nvSpPr>
        <dsp:cNvPr id="0" name=""/>
        <dsp:cNvSpPr/>
      </dsp:nvSpPr>
      <dsp:spPr>
        <a:xfrm>
          <a:off x="0" y="357042"/>
          <a:ext cx="4120810" cy="1129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36" tIns="20320" rIns="113792" bIns="2032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출중한 외모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난자 </a:t>
          </a: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1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개당 </a:t>
          </a: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1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명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0" y="357042"/>
        <a:ext cx="4120810" cy="1129512"/>
      </dsp:txXfrm>
    </dsp:sp>
    <dsp:sp modelId="{F1351A1E-AA77-4587-825B-FD21EE90B3A6}">
      <dsp:nvSpPr>
        <dsp:cNvPr id="0" name=""/>
        <dsp:cNvSpPr/>
      </dsp:nvSpPr>
      <dsp:spPr>
        <a:xfrm>
          <a:off x="0" y="1499304"/>
          <a:ext cx="4120810" cy="355691"/>
        </a:xfrm>
        <a:prstGeom prst="roundRect">
          <a:avLst/>
        </a:prstGeom>
        <a:solidFill>
          <a:srgbClr val="353B6D"/>
        </a:solid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감마</a:t>
          </a:r>
          <a:r>
            <a:rPr lang="el-GR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γ</a:t>
          </a:r>
          <a:r>
            <a:rPr lang="en-US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델타</a:t>
          </a:r>
          <a:r>
            <a:rPr lang="el-GR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δ</a:t>
          </a:r>
          <a:r>
            <a:rPr lang="en-US" altLang="ko-KR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&amp;</a:t>
          </a:r>
          <a:r>
            <a:rPr lang="ko-KR" altLang="en-US" sz="1800" kern="1200" dirty="0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 엡실론</a:t>
          </a:r>
          <a:r>
            <a:rPr lang="el-GR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ε</a:t>
          </a:r>
          <a:r>
            <a:rPr lang="en-US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(</a:t>
          </a:r>
          <a:r>
            <a:rPr lang="ko-KR" altLang="en-US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하위계층</a:t>
          </a:r>
          <a:r>
            <a:rPr lang="en-US" altLang="ko-KR" sz="1800" b="0" i="0" kern="1200" dirty="0">
              <a:solidFill>
                <a:schemeClr val="bg1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rPr>
            <a:t>)</a:t>
          </a:r>
          <a:endParaRPr lang="ko-KR" altLang="en-US" sz="1800" kern="1200" dirty="0">
            <a:solidFill>
              <a:schemeClr val="bg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17363" y="1516667"/>
        <a:ext cx="4086084" cy="320965"/>
      </dsp:txXfrm>
    </dsp:sp>
    <dsp:sp modelId="{2353E720-563D-4143-B507-7C3FF0089E06}">
      <dsp:nvSpPr>
        <dsp:cNvPr id="0" name=""/>
        <dsp:cNvSpPr/>
      </dsp:nvSpPr>
      <dsp:spPr>
        <a:xfrm>
          <a:off x="0" y="1842245"/>
          <a:ext cx="4120810" cy="903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36" tIns="20320" rIns="113792" bIns="2032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작은 체구와 악취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최대 </a:t>
          </a: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96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명의 쌍둥이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0" y="1842245"/>
        <a:ext cx="4120810" cy="9036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93CF3-955B-4ED3-9D31-26832BCBB856}">
      <dsp:nvSpPr>
        <dsp:cNvPr id="0" name=""/>
        <dsp:cNvSpPr/>
      </dsp:nvSpPr>
      <dsp:spPr>
        <a:xfrm>
          <a:off x="0" y="19361"/>
          <a:ext cx="4120810" cy="659183"/>
        </a:xfrm>
        <a:prstGeom prst="roundRect">
          <a:avLst/>
        </a:prstGeom>
        <a:solidFill>
          <a:srgbClr val="FD7373"/>
        </a:solid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rgbClr val="FCEFC2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주요기능</a:t>
          </a:r>
        </a:p>
      </dsp:txBody>
      <dsp:txXfrm>
        <a:off x="32179" y="51540"/>
        <a:ext cx="4056452" cy="594825"/>
      </dsp:txXfrm>
    </dsp:sp>
    <dsp:sp modelId="{6CA8D72B-EAC4-477D-9049-32254DA74836}">
      <dsp:nvSpPr>
        <dsp:cNvPr id="0" name=""/>
        <dsp:cNvSpPr/>
      </dsp:nvSpPr>
      <dsp:spPr>
        <a:xfrm>
          <a:off x="0" y="678545"/>
          <a:ext cx="4120810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36" tIns="20320" rIns="113792" bIns="2032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성분</a:t>
          </a: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 dirty="0" err="1">
              <a:latin typeface="HY견명조" panose="02030600000101010101" pitchFamily="18" charset="-127"/>
              <a:ea typeface="HY견명조" panose="02030600000101010101" pitchFamily="18" charset="-127"/>
            </a:rPr>
            <a:t>프로포폴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 </a:t>
          </a: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+ 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진정제 </a:t>
          </a: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+ 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우울증 치료제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다량 </a:t>
          </a:r>
          <a:r>
            <a:rPr lang="ko-KR" altLang="en-US" sz="1600" kern="1200" dirty="0" err="1">
              <a:latin typeface="HY견명조" panose="02030600000101010101" pitchFamily="18" charset="-127"/>
              <a:ea typeface="HY견명조" panose="02030600000101010101" pitchFamily="18" charset="-127"/>
            </a:rPr>
            <a:t>섭취시</a:t>
          </a:r>
          <a:endParaRPr lang="ko-KR" altLang="en-US" sz="16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일정시간 수면 후 행복한 꿈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적정 </a:t>
          </a:r>
          <a:r>
            <a:rPr lang="ko-KR" altLang="en-US" sz="1600" kern="1200" dirty="0" err="1">
              <a:latin typeface="HY견명조" panose="02030600000101010101" pitchFamily="18" charset="-127"/>
              <a:ea typeface="HY견명조" panose="02030600000101010101" pitchFamily="18" charset="-127"/>
            </a:rPr>
            <a:t>섭취시</a:t>
          </a:r>
          <a:endParaRPr lang="ko-KR" altLang="en-US" sz="1600" kern="1200" dirty="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우울 </a:t>
          </a:r>
          <a:r>
            <a:rPr lang="en-US" altLang="ko-KR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불행한 감정 제거</a:t>
          </a:r>
        </a:p>
      </dsp:txBody>
      <dsp:txXfrm>
        <a:off x="0" y="678545"/>
        <a:ext cx="4120810" cy="20493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93CF3-955B-4ED3-9D31-26832BCBB856}">
      <dsp:nvSpPr>
        <dsp:cNvPr id="0" name=""/>
        <dsp:cNvSpPr/>
      </dsp:nvSpPr>
      <dsp:spPr>
        <a:xfrm>
          <a:off x="0" y="0"/>
          <a:ext cx="4120810" cy="545332"/>
        </a:xfrm>
        <a:prstGeom prst="roundRect">
          <a:avLst/>
        </a:prstGeom>
        <a:solidFill>
          <a:srgbClr val="FD7373"/>
        </a:solidFill>
        <a:ln w="127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CEFC2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무지한 행복</a:t>
          </a:r>
        </a:p>
      </dsp:txBody>
      <dsp:txXfrm>
        <a:off x="26621" y="26621"/>
        <a:ext cx="4067568" cy="492090"/>
      </dsp:txXfrm>
    </dsp:sp>
    <dsp:sp modelId="{6CA8D72B-EAC4-477D-9049-32254DA74836}">
      <dsp:nvSpPr>
        <dsp:cNvPr id="0" name=""/>
        <dsp:cNvSpPr/>
      </dsp:nvSpPr>
      <dsp:spPr>
        <a:xfrm>
          <a:off x="0" y="547009"/>
          <a:ext cx="4120810" cy="2198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36" tIns="20320" rIns="113792" bIns="2032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알파</a:t>
          </a: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ko-KR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정해진 한계내의 자유로운 선택과 책임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ko-KR" altLang="en-US" sz="1600" kern="1200" dirty="0">
              <a:latin typeface="HY견명조" panose="02030600000101010101" pitchFamily="18" charset="-127"/>
              <a:ea typeface="HY견명조" panose="02030600000101010101" pitchFamily="18" charset="-127"/>
            </a:rPr>
            <a:t>베타</a:t>
          </a: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altLang="ko-KR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행정업무를 처리</a:t>
          </a:r>
          <a:r>
            <a:rPr lang="en-US" altLang="ko-KR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endParaRPr lang="ko-KR" altLang="en-US" sz="1600" kern="1200"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감마</a:t>
          </a: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ko-KR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적절한 근무시간과 여가 시간</a:t>
          </a:r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델타 </a:t>
          </a:r>
          <a:r>
            <a:rPr lang="en-US" altLang="ko-KR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&amp; </a:t>
          </a: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엡실론</a:t>
          </a:r>
        </a:p>
        <a:p>
          <a:pPr marL="342900" lvl="2" indent="-171450" algn="l" defTabSz="7112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altLang="ko-KR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	</a:t>
          </a:r>
          <a:r>
            <a:rPr lang="ko-KR" altLang="en-US" sz="1600" kern="1200">
              <a:latin typeface="HY견명조" panose="02030600000101010101" pitchFamily="18" charset="-127"/>
              <a:ea typeface="HY견명조" panose="02030600000101010101" pitchFamily="18" charset="-127"/>
            </a:rPr>
            <a:t>주어진 일을 잘 하는 것</a:t>
          </a:r>
        </a:p>
      </dsp:txBody>
      <dsp:txXfrm>
        <a:off x="0" y="547009"/>
        <a:ext cx="4120810" cy="2198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BC6B2-70E6-E343-AEEA-ACE4C00C5717}">
      <dsp:nvSpPr>
        <dsp:cNvPr id="0" name=""/>
        <dsp:cNvSpPr/>
      </dsp:nvSpPr>
      <dsp:spPr>
        <a:xfrm>
          <a:off x="493095" y="258587"/>
          <a:ext cx="1033385" cy="1028954"/>
        </a:xfrm>
        <a:prstGeom prst="ellipse">
          <a:avLst/>
        </a:prstGeom>
        <a:solidFill>
          <a:srgbClr val="FCEFC2"/>
        </a:solidFill>
        <a:ln w="12700" cap="flat" cmpd="sng" algn="ctr">
          <a:solidFill>
            <a:srgbClr val="353B6D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효율성</a:t>
          </a:r>
        </a:p>
      </dsp:txBody>
      <dsp:txXfrm>
        <a:off x="644431" y="409274"/>
        <a:ext cx="730713" cy="727580"/>
      </dsp:txXfrm>
    </dsp:sp>
    <dsp:sp modelId="{DAC52106-11FB-E147-8E20-DBBFD457C5D4}">
      <dsp:nvSpPr>
        <dsp:cNvPr id="0" name=""/>
        <dsp:cNvSpPr/>
      </dsp:nvSpPr>
      <dsp:spPr>
        <a:xfrm>
          <a:off x="824793" y="1441833"/>
          <a:ext cx="370001" cy="370001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873837" y="1583321"/>
        <a:ext cx="271913" cy="87025"/>
      </dsp:txXfrm>
    </dsp:sp>
    <dsp:sp modelId="{FB67E7A3-0212-C54A-B99A-829E2C323CDF}">
      <dsp:nvSpPr>
        <dsp:cNvPr id="0" name=""/>
        <dsp:cNvSpPr/>
      </dsp:nvSpPr>
      <dsp:spPr>
        <a:xfrm>
          <a:off x="493095" y="2001291"/>
          <a:ext cx="1033385" cy="1028954"/>
        </a:xfrm>
        <a:prstGeom prst="ellipse">
          <a:avLst/>
        </a:prstGeom>
        <a:solidFill>
          <a:srgbClr val="FCEFC2"/>
        </a:solidFill>
        <a:ln w="12700" cap="flat" cmpd="sng" algn="ctr">
          <a:solidFill>
            <a:srgbClr val="353B6D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바보들의 천국</a:t>
          </a:r>
        </a:p>
      </dsp:txBody>
      <dsp:txXfrm>
        <a:off x="644431" y="2151978"/>
        <a:ext cx="730713" cy="727580"/>
      </dsp:txXfrm>
    </dsp:sp>
    <dsp:sp modelId="{3CA0C224-A694-B340-ADEC-1276C66E05FA}">
      <dsp:nvSpPr>
        <dsp:cNvPr id="0" name=""/>
        <dsp:cNvSpPr/>
      </dsp:nvSpPr>
      <dsp:spPr>
        <a:xfrm rot="21572949">
          <a:off x="1727021" y="1483525"/>
          <a:ext cx="510615" cy="3056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>
        <a:off x="1727022" y="1545025"/>
        <a:ext cx="418907" cy="183415"/>
      </dsp:txXfrm>
    </dsp:sp>
    <dsp:sp modelId="{7B14B3AD-600E-8C40-A458-34FFD124D374}">
      <dsp:nvSpPr>
        <dsp:cNvPr id="0" name=""/>
        <dsp:cNvSpPr/>
      </dsp:nvSpPr>
      <dsp:spPr>
        <a:xfrm>
          <a:off x="2508404" y="878353"/>
          <a:ext cx="1471699" cy="1496960"/>
        </a:xfrm>
        <a:prstGeom prst="ellipse">
          <a:avLst/>
        </a:prstGeom>
        <a:solidFill>
          <a:srgbClr val="FCEFC2"/>
        </a:solidFill>
        <a:ln w="12700" cap="flat" cmpd="sng" algn="ctr">
          <a:solidFill>
            <a:srgbClr val="353B6D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본질은</a:t>
          </a:r>
          <a:r>
            <a:rPr lang="en-US" altLang="ko-KR" sz="18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?</a:t>
          </a:r>
          <a:endParaRPr lang="ko-KR" altLang="en-US" sz="1800" b="1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</dsp:txBody>
      <dsp:txXfrm>
        <a:off x="2723929" y="1097578"/>
        <a:ext cx="1040649" cy="1058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67F10-4CE5-4FEE-0364-069591C8B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303D80-4F71-79E9-8049-2B7878A45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3CB17F-77B0-D179-1A28-D5B3C78F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F87EE-EEAE-F64B-DC2E-EFCA0C11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F51879-009B-727B-A606-2AEBD8A6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71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8AD9D-666B-6B44-E0DE-7D8B82B7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37FA4-2652-4A37-9C2A-5E085962B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001F6-52E1-3881-E6A6-D49401AD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45809B-1366-E4F7-EC89-A1698CE1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B52E7-0CE7-BFED-1ED6-49D2BEFE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0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F37B3-1464-3648-4D1D-4A3F5974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F05E9D-0ACF-56F3-7D70-3F969D0C3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700A9-4AF1-DDBC-5FAE-3C66B9C6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11655-A63A-7F6D-E504-96281CF6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56099B-4E07-6B58-4AA3-9ACB2C87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1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971BA-9168-3232-2543-09FD2864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24E2EF-4D4E-5BA9-DC64-0513B11FF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3A1FE-099E-71D4-0E5A-40CE1BCE3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281EBE-6680-B156-0A27-B04F80A2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4A8482-1016-1EE7-5BF0-78B535FC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5E94FA-C983-208B-F356-A7725550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7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10742-99A1-46F0-6D39-6A72E8E9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3A4794-441A-5A92-B791-C2BD64492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655739-828C-CF76-16FB-99BDA71A8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AA52CC-35BD-7A05-3514-CE715C1DE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98ABE5-9945-7FAA-1031-CC3B93413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0FF485-9DF6-DDF1-BDDB-4B8B5C92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7A61B2-B9F5-BC3C-1489-E2F8ECB1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7DBAAA-BA29-5E6F-9AD6-1980A930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35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136D7-4A62-110C-B23E-6E054DAE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7D242C-AC2F-B859-BA09-50AB8C3E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BBDAB8-E818-E33B-D3C0-FB304217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6314B1-81CF-C2EF-9A37-10560B8A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81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C52F4E-20CB-8F01-4781-774793B2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9C440-17C4-5E65-FF22-D496DDAF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D8F45-83EC-2A70-559B-F487079A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45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39E2D-848D-3598-8044-3616725C5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F79B85-7136-4EA4-99F0-5EB2B345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B3D83D-4523-ED0E-3EBC-B418EE9C7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FC38DB-2B62-3774-77DE-7B6835F8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680F4-FE18-62B2-CB91-86C09044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E2AB84-A979-EFFE-F85B-10B9E4C3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50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C2DF1-00FE-4EA6-8E00-53AC9BEC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B765CB-732A-288F-6898-0BD48BE3E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40CF33-0073-A1D2-D0F4-5AA267DA2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581EB8-F2E9-2C9D-1A1B-F1B8288B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55941F-3614-D5FD-AF65-7E39BC88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E08CCA-93F7-3180-1084-2DD7AB6A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54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BE8A0-930F-1A37-09F1-A47E77E7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8F006C-7489-1734-B8E1-081443D94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AF7F7-6019-F987-462A-3F8EA323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D58F80-25CE-E311-A05F-041984CB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5A53-D1C8-6856-8DBE-C0B3AE99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58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4D33C8-C163-0489-36F2-AB996A3BB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2AC38D-2DC8-F6A9-6BAD-98B445ABE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7AF97-2D61-A0CA-2846-6DA1F282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87EDC3-F942-93C8-9ABA-B6E691D2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F9F03-E5E0-B6E9-DF63-FA2D04C4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16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592CE2-55C7-3826-DB38-93B5E891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0BA07B-B760-E9AD-2010-40FF222A3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188EB-E3B3-4449-BD7F-9C8E8C5AF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546EF-A500-4E17-AD88-F65A5CE94243}" type="datetimeFigureOut">
              <a:rPr lang="ko-KR" altLang="en-US" smtClean="0"/>
              <a:t>2022-12-06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7F916-D78E-32AB-5449-3816F8F9C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BABAC1-7E19-6BCD-10DF-A1EE7ACEC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40B7B-C674-4892-8665-E739B89DD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27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FCEFC2"/>
            </a:gs>
            <a:gs pos="0">
              <a:srgbClr val="353B6D"/>
            </a:gs>
            <a:gs pos="20000">
              <a:srgbClr val="353B6D">
                <a:alpha val="80000"/>
              </a:srgbClr>
            </a:gs>
            <a:gs pos="97000">
              <a:srgbClr val="353B6D"/>
            </a:gs>
            <a:gs pos="20000">
              <a:srgbClr val="FCEF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멋진 신세계 - 나무위키">
            <a:extLst>
              <a:ext uri="{FF2B5EF4-FFF2-40B4-BE49-F238E27FC236}">
                <a16:creationId xmlns:a16="http://schemas.microsoft.com/office/drawing/2014/main" id="{03EF9FCD-9059-EEB0-847B-7379186F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68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CE26F8-B7B7-617C-E3C0-74E6231D77EA}"/>
              </a:ext>
            </a:extLst>
          </p:cNvPr>
          <p:cNvSpPr txBox="1"/>
          <p:nvPr/>
        </p:nvSpPr>
        <p:spPr>
          <a:xfrm>
            <a:off x="6232331" y="1597112"/>
            <a:ext cx="4096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chemeClr val="tx2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멋진 신세계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FB502-F066-EA95-2C27-A9B5C6FF9264}"/>
              </a:ext>
            </a:extLst>
          </p:cNvPr>
          <p:cNvSpPr txBox="1"/>
          <p:nvPr/>
        </p:nvSpPr>
        <p:spPr>
          <a:xfrm>
            <a:off x="10894605" y="6395776"/>
            <a:ext cx="12973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휴먼모음T" panose="02030504000101010101" pitchFamily="18" charset="-127"/>
                <a:ea typeface="휴먼모음T" panose="02030504000101010101" pitchFamily="18" charset="-127"/>
              </a:rPr>
              <a:t>12 / 6 </a:t>
            </a:r>
            <a:r>
              <a:rPr lang="ko-KR" altLang="en-US" sz="1000">
                <a:latin typeface="휴먼모음T" panose="02030504000101010101" pitchFamily="18" charset="-127"/>
                <a:ea typeface="휴먼모음T" panose="02030504000101010101" pitchFamily="18" charset="-127"/>
              </a:rPr>
              <a:t>발표 자료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99F2C-FBD7-6BDD-84A3-9B4468129038}"/>
              </a:ext>
            </a:extLst>
          </p:cNvPr>
          <p:cNvSpPr txBox="1"/>
          <p:nvPr/>
        </p:nvSpPr>
        <p:spPr>
          <a:xfrm>
            <a:off x="5761912" y="2341101"/>
            <a:ext cx="50369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Goudy Stout" panose="0202090407030B020401" pitchFamily="18" charset="0"/>
                <a:ea typeface="HY목각파임B" panose="02030600000101010101" pitchFamily="18" charset="-127"/>
              </a:rPr>
              <a:t>Brave New World</a:t>
            </a:r>
            <a:endParaRPr lang="ko-KR" altLang="en-US" sz="2000" dirty="0">
              <a:solidFill>
                <a:schemeClr val="accent1">
                  <a:lumMod val="50000"/>
                </a:schemeClr>
              </a:solidFill>
              <a:latin typeface="Goudy Stout" panose="0202090407030B020401" pitchFamily="18" charset="0"/>
              <a:ea typeface="HY목각파임B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BDB89C-8C57-46F5-1726-224EFD583EA1}"/>
              </a:ext>
            </a:extLst>
          </p:cNvPr>
          <p:cNvSpPr txBox="1"/>
          <p:nvPr/>
        </p:nvSpPr>
        <p:spPr>
          <a:xfrm>
            <a:off x="6070600" y="2689719"/>
            <a:ext cx="441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Garamond" panose="02020404030301010803" pitchFamily="18" charset="0"/>
                <a:ea typeface="HY목각파임B" panose="02030600000101010101" pitchFamily="18" charset="-127"/>
              </a:rPr>
              <a:t>Aldous Leonard Huxley (1894.7.26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Garamond" panose="02020404030301010803" pitchFamily="18" charset="0"/>
                <a:ea typeface="HY목각파임B" panose="02030600000101010101" pitchFamily="18" charset="-127"/>
              </a:rPr>
              <a:t> ~ </a:t>
            </a:r>
            <a:r>
              <a:rPr lang="en-US" altLang="ko-KR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Garamond" panose="02020404030301010803" pitchFamily="18" charset="0"/>
                <a:ea typeface="HY목각파임B" panose="02030600000101010101" pitchFamily="18" charset="-127"/>
              </a:rPr>
              <a:t>1963.11.22)</a:t>
            </a:r>
            <a:endParaRPr lang="ko-KR" altLang="en-US" sz="1600" b="0" i="0" dirty="0">
              <a:solidFill>
                <a:schemeClr val="accent1">
                  <a:lumMod val="50000"/>
                </a:schemeClr>
              </a:solidFill>
              <a:effectLst/>
              <a:latin typeface="Garamond" panose="02020404030301010803" pitchFamily="18" charset="0"/>
              <a:ea typeface="HY목각파임B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3F274-10B4-3683-D01A-2D4A01A66773}"/>
              </a:ext>
            </a:extLst>
          </p:cNvPr>
          <p:cNvSpPr txBox="1"/>
          <p:nvPr/>
        </p:nvSpPr>
        <p:spPr>
          <a:xfrm>
            <a:off x="9323120" y="3110854"/>
            <a:ext cx="27739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10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(7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명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발표자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이민수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제목 소개 담당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 err="1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서윤덕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저작의 의의 담당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정다연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작가 소개 담당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김현주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줄거리 담당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정준희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현대적 의의 담당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이강희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PPT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제작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&amp;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주요 개념 담당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유재혁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r"/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논제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1)</a:t>
            </a:r>
            <a:r>
              <a:rPr lang="ko-KR" altLang="en-US" sz="1200" dirty="0" err="1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서윤덕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2)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김현주 </a:t>
            </a:r>
            <a:r>
              <a:rPr lang="en-US" altLang="ko-KR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3)</a:t>
            </a:r>
            <a:r>
              <a:rPr lang="ko-KR" altLang="en-US" sz="12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정준희</a:t>
            </a:r>
            <a:endParaRPr lang="en-US" altLang="ko-KR" sz="12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123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제목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039B44B-1212-AC8D-FC31-D460DE0BCC43}"/>
              </a:ext>
            </a:extLst>
          </p:cNvPr>
          <p:cNvGrpSpPr/>
          <p:nvPr/>
        </p:nvGrpSpPr>
        <p:grpSpPr>
          <a:xfrm>
            <a:off x="8054042" y="2389426"/>
            <a:ext cx="1945452" cy="2779939"/>
            <a:chOff x="8576541" y="2322961"/>
            <a:chExt cx="1623600" cy="2320031"/>
          </a:xfrm>
        </p:grpSpPr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F1D49B8F-EC68-8F14-CC6C-99D2FA35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2596" y="2322961"/>
              <a:ext cx="1578051" cy="202314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CF12A810-0F23-76A8-BAA1-E1358B71052D}"/>
                </a:ext>
              </a:extLst>
            </p:cNvPr>
            <p:cNvSpPr/>
            <p:nvPr/>
          </p:nvSpPr>
          <p:spPr>
            <a:xfrm>
              <a:off x="8576541" y="4373244"/>
              <a:ext cx="1623600" cy="2697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1564.4.23 ~ 1616.04.23</a:t>
              </a:r>
              <a:endParaRPr lang="ko-KR" altLang="en-US" sz="1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9A175C93-0403-F8C9-056E-BB1E362355A2}"/>
              </a:ext>
            </a:extLst>
          </p:cNvPr>
          <p:cNvSpPr txBox="1"/>
          <p:nvPr/>
        </p:nvSpPr>
        <p:spPr>
          <a:xfrm>
            <a:off x="2505484" y="2292578"/>
            <a:ext cx="4284277" cy="1077218"/>
          </a:xfrm>
          <a:prstGeom prst="rect">
            <a:avLst/>
          </a:prstGeom>
          <a:noFill/>
          <a:ln w="19050">
            <a:solidFill>
              <a:srgbClr val="353B6D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 wonder!</a:t>
            </a:r>
            <a:b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How many goodly creatures are there here!</a:t>
            </a:r>
            <a:b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How beauteous mankind is! O </a:t>
            </a:r>
            <a:r>
              <a:rPr lang="en-US" altLang="ko-KR" sz="1600" b="1" i="1" u="sng" kern="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brave new world</a:t>
            </a:r>
            <a: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b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That has such people </a:t>
            </a:r>
            <a:r>
              <a:rPr lang="en-US" altLang="ko-KR" sz="1600" i="1" kern="100" dirty="0" err="1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in’t</a:t>
            </a:r>
            <a:r>
              <a:rPr lang="en-US" altLang="ko-KR" sz="1600" i="1" kern="100" dirty="0">
                <a:solidFill>
                  <a:srgbClr val="20212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.”</a:t>
            </a:r>
            <a:endParaRPr lang="ko-KR" altLang="en-US" sz="1600" dirty="0">
              <a:latin typeface="Cambria" panose="02040503050406030204" pitchFamily="18" charset="0"/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4FB78A8E-4BA5-4EAC-F037-24C06334C4B8}"/>
              </a:ext>
            </a:extLst>
          </p:cNvPr>
          <p:cNvSpPr txBox="1"/>
          <p:nvPr/>
        </p:nvSpPr>
        <p:spPr>
          <a:xfrm>
            <a:off x="2499228" y="3801548"/>
            <a:ext cx="4284277" cy="1565493"/>
          </a:xfrm>
          <a:prstGeom prst="rect">
            <a:avLst/>
          </a:prstGeom>
          <a:noFill/>
          <a:ln w="19050">
            <a:solidFill>
              <a:srgbClr val="353B6D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훌륭한 사람들이 여기에 </a:t>
            </a:r>
            <a:r>
              <a:rPr lang="ko-KR" altLang="en-US" sz="1400" dirty="0" err="1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이렇게나</a:t>
            </a:r>
            <a:r>
              <a:rPr lang="ko-KR" altLang="en-US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 많다니</a:t>
            </a:r>
            <a:r>
              <a:rPr lang="en-US" altLang="ko-KR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인간은 정말 아름답구나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!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오</a:t>
            </a:r>
            <a:r>
              <a:rPr lang="en-US" altLang="ko-KR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en-US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멋진 신세계인가</a:t>
            </a:r>
            <a:r>
              <a:rPr lang="en-US" altLang="ko-KR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이런 사람들이 모여 사는 곳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!</a:t>
            </a:r>
            <a:endParaRPr lang="ko-KR" altLang="ko-KR" sz="1400" dirty="0">
              <a:effectLst/>
              <a:latin typeface="HY견명조" panose="02030600000101010101" pitchFamily="18" charset="-127"/>
              <a:ea typeface="HY견명조" panose="02030600000101010101" pitchFamily="18" charset="-127"/>
              <a:cs typeface="굴림" panose="020B0600000101010101" pitchFamily="50" charset="-127"/>
            </a:endParaRPr>
          </a:p>
        </p:txBody>
      </p:sp>
      <p:sp>
        <p:nvSpPr>
          <p:cNvPr id="1029" name="화살표: 아래쪽 1028">
            <a:extLst>
              <a:ext uri="{FF2B5EF4-FFF2-40B4-BE49-F238E27FC236}">
                <a16:creationId xmlns:a16="http://schemas.microsoft.com/office/drawing/2014/main" id="{20A935A5-A7A1-2922-DCCE-4583CA098DBB}"/>
              </a:ext>
            </a:extLst>
          </p:cNvPr>
          <p:cNvSpPr/>
          <p:nvPr/>
        </p:nvSpPr>
        <p:spPr>
          <a:xfrm>
            <a:off x="4557623" y="3464574"/>
            <a:ext cx="180001" cy="263060"/>
          </a:xfrm>
          <a:prstGeom prst="downArrow">
            <a:avLst/>
          </a:prstGeom>
          <a:solidFill>
            <a:srgbClr val="CF1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97CC22F5-FA1E-10F7-8F86-6ABE5BCB4069}"/>
              </a:ext>
            </a:extLst>
          </p:cNvPr>
          <p:cNvSpPr/>
          <p:nvPr/>
        </p:nvSpPr>
        <p:spPr>
          <a:xfrm>
            <a:off x="5403833" y="5268558"/>
            <a:ext cx="2740826" cy="63236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The Tempest </a:t>
            </a:r>
            <a:r>
              <a:rPr lang="en-US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</a:t>
            </a:r>
            <a:r>
              <a:rPr lang="ko-KR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장 </a:t>
            </a:r>
            <a:r>
              <a:rPr lang="en-US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번째 장면</a:t>
            </a:r>
            <a:r>
              <a:rPr lang="ko-KR" altLang="en-US" sz="1100" dirty="0">
                <a:solidFill>
                  <a:srgbClr val="353B6D"/>
                </a:solidFill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의 연설 中</a:t>
            </a:r>
            <a:endParaRPr lang="ko-KR" altLang="en-US" sz="1100" dirty="0">
              <a:solidFill>
                <a:srgbClr val="353B6D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967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Box 1026">
            <a:extLst>
              <a:ext uri="{FF2B5EF4-FFF2-40B4-BE49-F238E27FC236}">
                <a16:creationId xmlns:a16="http://schemas.microsoft.com/office/drawing/2014/main" id="{A78467EF-24E4-3D08-63C5-8B1731804C1B}"/>
              </a:ext>
            </a:extLst>
          </p:cNvPr>
          <p:cNvSpPr txBox="1"/>
          <p:nvPr/>
        </p:nvSpPr>
        <p:spPr>
          <a:xfrm>
            <a:off x="2499228" y="2292578"/>
            <a:ext cx="4284277" cy="765274"/>
          </a:xfrm>
          <a:prstGeom prst="rect">
            <a:avLst/>
          </a:prstGeom>
          <a:noFill/>
          <a:ln w="19050">
            <a:solidFill>
              <a:srgbClr val="353B6D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오</a:t>
            </a:r>
            <a:r>
              <a:rPr lang="en-US" altLang="ko-KR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en-US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멋진 신세계인가</a:t>
            </a:r>
            <a:r>
              <a:rPr lang="en-US" altLang="ko-KR" sz="1400" dirty="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이런 사람들이 모여 사는 곳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!</a:t>
            </a:r>
            <a:endParaRPr lang="ko-KR" altLang="ko-KR" sz="1400" dirty="0">
              <a:effectLst/>
              <a:latin typeface="HY견명조" panose="02030600000101010101" pitchFamily="18" charset="-127"/>
              <a:ea typeface="HY견명조" panose="02030600000101010101" pitchFamily="18" charset="-127"/>
              <a:cs typeface="굴림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제목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039B44B-1212-AC8D-FC31-D460DE0BCC43}"/>
              </a:ext>
            </a:extLst>
          </p:cNvPr>
          <p:cNvGrpSpPr/>
          <p:nvPr/>
        </p:nvGrpSpPr>
        <p:grpSpPr>
          <a:xfrm>
            <a:off x="8054042" y="2389426"/>
            <a:ext cx="1945452" cy="2779939"/>
            <a:chOff x="8576541" y="2322961"/>
            <a:chExt cx="1623600" cy="2320031"/>
          </a:xfrm>
        </p:grpSpPr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F1D49B8F-EC68-8F14-CC6C-99D2FA35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2596" y="2322961"/>
              <a:ext cx="1578051" cy="202314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CF12A810-0F23-76A8-BAA1-E1358B71052D}"/>
                </a:ext>
              </a:extLst>
            </p:cNvPr>
            <p:cNvSpPr/>
            <p:nvPr/>
          </p:nvSpPr>
          <p:spPr>
            <a:xfrm>
              <a:off x="8576541" y="4373244"/>
              <a:ext cx="1623600" cy="2697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1564.4.23 ~ 1616.04.23</a:t>
              </a:r>
              <a:endParaRPr lang="ko-KR" altLang="en-US" sz="1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4FB78A8E-4BA5-4EAC-F037-24C06334C4B8}"/>
              </a:ext>
            </a:extLst>
          </p:cNvPr>
          <p:cNvSpPr txBox="1"/>
          <p:nvPr/>
        </p:nvSpPr>
        <p:spPr>
          <a:xfrm>
            <a:off x="2499228" y="3607418"/>
            <a:ext cx="4284277" cy="365165"/>
          </a:xfrm>
          <a:prstGeom prst="rect">
            <a:avLst/>
          </a:prstGeom>
          <a:noFill/>
          <a:ln w="19050">
            <a:solidFill>
              <a:srgbClr val="353B6D"/>
            </a:solidFill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오</a:t>
            </a:r>
            <a:r>
              <a:rPr lang="en-US" altLang="ko-KR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en-US" sz="1400" b="1">
                <a:solidFill>
                  <a:srgbClr val="FF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이런 사람들이 모여사는 것이 </a:t>
            </a:r>
            <a:r>
              <a:rPr lang="ko-KR" altLang="en-US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멋진 신세계인가</a:t>
            </a:r>
            <a:r>
              <a:rPr lang="en-US" altLang="ko-KR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?</a:t>
            </a:r>
            <a:endParaRPr lang="en-US" altLang="ko-KR" sz="1400" dirty="0">
              <a:effectLst/>
              <a:latin typeface="HY견명조" panose="02030600000101010101" pitchFamily="18" charset="-127"/>
              <a:ea typeface="HY견명조" panose="02030600000101010101" pitchFamily="18" charset="-127"/>
              <a:cs typeface="굴림" panose="020B0600000101010101" pitchFamily="50" charset="-127"/>
            </a:endParaRPr>
          </a:p>
        </p:txBody>
      </p:sp>
      <p:sp>
        <p:nvSpPr>
          <p:cNvPr id="1029" name="화살표: 아래쪽 1028">
            <a:extLst>
              <a:ext uri="{FF2B5EF4-FFF2-40B4-BE49-F238E27FC236}">
                <a16:creationId xmlns:a16="http://schemas.microsoft.com/office/drawing/2014/main" id="{20A935A5-A7A1-2922-DCCE-4583CA098DBB}"/>
              </a:ext>
            </a:extLst>
          </p:cNvPr>
          <p:cNvSpPr/>
          <p:nvPr/>
        </p:nvSpPr>
        <p:spPr>
          <a:xfrm>
            <a:off x="4557623" y="3201105"/>
            <a:ext cx="180001" cy="263060"/>
          </a:xfrm>
          <a:prstGeom prst="downArrow">
            <a:avLst/>
          </a:prstGeom>
          <a:solidFill>
            <a:srgbClr val="CF1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97CC22F5-FA1E-10F7-8F86-6ABE5BCB4069}"/>
              </a:ext>
            </a:extLst>
          </p:cNvPr>
          <p:cNvSpPr/>
          <p:nvPr/>
        </p:nvSpPr>
        <p:spPr>
          <a:xfrm>
            <a:off x="5403833" y="5268558"/>
            <a:ext cx="2740826" cy="63236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The Tempest </a:t>
            </a:r>
            <a:r>
              <a:rPr lang="en-US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</a:t>
            </a:r>
            <a:r>
              <a:rPr lang="ko-KR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장 </a:t>
            </a:r>
            <a:r>
              <a:rPr lang="en-US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ko-KR" sz="1100" dirty="0">
                <a:solidFill>
                  <a:srgbClr val="353B6D"/>
                </a:solidFill>
                <a:effectLst/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번째 장면</a:t>
            </a:r>
            <a:r>
              <a:rPr lang="ko-KR" altLang="en-US" sz="1100" dirty="0">
                <a:solidFill>
                  <a:srgbClr val="353B6D"/>
                </a:solidFill>
                <a:latin typeface="Abadi" panose="020B0604020104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의 연설 中</a:t>
            </a:r>
            <a:endParaRPr lang="ko-KR" altLang="en-US" sz="1100" dirty="0">
              <a:solidFill>
                <a:srgbClr val="353B6D"/>
              </a:solidFill>
              <a:latin typeface="Abadi" panose="020B0604020104020204" pitchFamily="34" charset="0"/>
            </a:endParaRPr>
          </a:p>
        </p:txBody>
      </p:sp>
      <p:sp>
        <p:nvSpPr>
          <p:cNvPr id="1030" name="화살표: 아래쪽 1029">
            <a:extLst>
              <a:ext uri="{FF2B5EF4-FFF2-40B4-BE49-F238E27FC236}">
                <a16:creationId xmlns:a16="http://schemas.microsoft.com/office/drawing/2014/main" id="{574B8E3D-4063-3E1C-D462-7537AB4C6D09}"/>
              </a:ext>
            </a:extLst>
          </p:cNvPr>
          <p:cNvSpPr/>
          <p:nvPr/>
        </p:nvSpPr>
        <p:spPr>
          <a:xfrm>
            <a:off x="4557623" y="4115836"/>
            <a:ext cx="180001" cy="263060"/>
          </a:xfrm>
          <a:prstGeom prst="downArrow">
            <a:avLst/>
          </a:prstGeom>
          <a:solidFill>
            <a:srgbClr val="CF1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1E5539AA-A39C-CE29-9547-F2AF2B8DCA89}"/>
              </a:ext>
            </a:extLst>
          </p:cNvPr>
          <p:cNvSpPr txBox="1"/>
          <p:nvPr/>
        </p:nvSpPr>
        <p:spPr>
          <a:xfrm>
            <a:off x="2499228" y="4522148"/>
            <a:ext cx="4284277" cy="365165"/>
          </a:xfrm>
          <a:prstGeom prst="rect">
            <a:avLst/>
          </a:prstGeom>
          <a:noFill/>
          <a:ln w="19050">
            <a:solidFill>
              <a:srgbClr val="353B6D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오</a:t>
            </a:r>
            <a:r>
              <a:rPr lang="en-US" altLang="ko-KR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en-US" sz="1400"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멋진 신세계는 </a:t>
            </a:r>
            <a:r>
              <a:rPr lang="ko-KR" altLang="en-US" sz="1400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5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존재하는 것이 맞는가</a:t>
            </a:r>
            <a:r>
              <a:rPr lang="en-US" altLang="ko-KR" sz="1400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5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  <a:cs typeface="굴림" panose="020B0600000101010101" pitchFamily="50" charset="-127"/>
              </a:rPr>
              <a:t>?</a:t>
            </a:r>
            <a:endParaRPr lang="en-US" altLang="ko-KR" sz="1400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5000"/>
                  </a:srgbClr>
                </a:outerShdw>
              </a:effectLst>
              <a:latin typeface="HY견명조" panose="02030600000101010101" pitchFamily="18" charset="-127"/>
              <a:ea typeface="HY견명조" panose="02030600000101010101" pitchFamily="18" charset="-127"/>
              <a:cs typeface="굴림" panose="020B0600000101010101" pitchFamily="50" charset="-127"/>
            </a:endParaRPr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01E19107-92B6-C4B7-9707-1F5732F15D47}"/>
              </a:ext>
            </a:extLst>
          </p:cNvPr>
          <p:cNvSpPr/>
          <p:nvPr/>
        </p:nvSpPr>
        <p:spPr>
          <a:xfrm rot="19800000">
            <a:off x="2436175" y="3322174"/>
            <a:ext cx="4532916" cy="9373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반어적 표현</a:t>
            </a:r>
          </a:p>
        </p:txBody>
      </p:sp>
    </p:spTree>
    <p:extLst>
      <p:ext uri="{BB962C8B-B14F-4D97-AF65-F5344CB8AC3E}">
        <p14:creationId xmlns:p14="http://schemas.microsoft.com/office/powerpoint/2010/main" val="166905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F2448BA7-B422-9C80-7313-FCF5B2265B4C}"/>
              </a:ext>
            </a:extLst>
          </p:cNvPr>
          <p:cNvGrpSpPr/>
          <p:nvPr/>
        </p:nvGrpSpPr>
        <p:grpSpPr>
          <a:xfrm>
            <a:off x="8837369" y="2477541"/>
            <a:ext cx="1782309" cy="2422730"/>
            <a:chOff x="1585731" y="1469985"/>
            <a:chExt cx="1157469" cy="15322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11CCA95-EADD-FB8C-B30D-090AB7263EB3}"/>
                </a:ext>
              </a:extLst>
            </p:cNvPr>
            <p:cNvSpPr/>
            <p:nvPr/>
          </p:nvSpPr>
          <p:spPr>
            <a:xfrm>
              <a:off x="1585731" y="1469985"/>
              <a:ext cx="1157469" cy="216001"/>
            </a:xfrm>
            <a:prstGeom prst="rect">
              <a:avLst/>
            </a:prstGeom>
            <a:solidFill>
              <a:srgbClr val="353B6D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latin typeface="HY견명조" panose="02030600000101010101" pitchFamily="18" charset="-127"/>
                  <a:ea typeface="HY견명조" panose="02030600000101010101" pitchFamily="18" charset="-127"/>
                </a:rPr>
                <a:t>가정 상황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E86D103-A0A2-0979-9CBD-E32F44E38483}"/>
                </a:ext>
              </a:extLst>
            </p:cNvPr>
            <p:cNvSpPr/>
            <p:nvPr/>
          </p:nvSpPr>
          <p:spPr>
            <a:xfrm>
              <a:off x="1585731" y="1685986"/>
              <a:ext cx="1157469" cy="1316294"/>
            </a:xfrm>
            <a:prstGeom prst="rect">
              <a:avLst/>
            </a:prstGeom>
            <a:solidFill>
              <a:srgbClr val="FCEFC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과학과 문명의 진보</a:t>
              </a:r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+</a:t>
              </a:r>
            </a:p>
            <a:p>
              <a:pPr algn="ctr"/>
              <a:r>
                <a:rPr lang="ko-KR" altLang="en-US" sz="140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전체주의</a:t>
              </a:r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사상</a:t>
              </a:r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=</a:t>
              </a:r>
            </a:p>
            <a:p>
              <a:pPr algn="ctr"/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40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비극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37634C6-1977-D6B8-D7EE-0D5DE58E1167}"/>
              </a:ext>
            </a:extLst>
          </p:cNvPr>
          <p:cNvGrpSpPr/>
          <p:nvPr/>
        </p:nvGrpSpPr>
        <p:grpSpPr>
          <a:xfrm>
            <a:off x="5211550" y="2483660"/>
            <a:ext cx="1782309" cy="2422730"/>
            <a:chOff x="1585731" y="1469985"/>
            <a:chExt cx="1157469" cy="15322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BBA7416-3E29-3D6E-09B7-4CA149B8F37F}"/>
                </a:ext>
              </a:extLst>
            </p:cNvPr>
            <p:cNvSpPr/>
            <p:nvPr/>
          </p:nvSpPr>
          <p:spPr>
            <a:xfrm>
              <a:off x="1585731" y="1469985"/>
              <a:ext cx="1157469" cy="216001"/>
            </a:xfrm>
            <a:prstGeom prst="rect">
              <a:avLst/>
            </a:prstGeom>
            <a:solidFill>
              <a:srgbClr val="353B6D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latin typeface="HY견명조" panose="02030600000101010101" pitchFamily="18" charset="-127"/>
                  <a:ea typeface="HY견명조" panose="02030600000101010101" pitchFamily="18" charset="-127"/>
                </a:rPr>
                <a:t>대상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3995DB-955F-E6DA-8F95-27D79C85A255}"/>
                </a:ext>
              </a:extLst>
            </p:cNvPr>
            <p:cNvSpPr/>
            <p:nvPr/>
          </p:nvSpPr>
          <p:spPr>
            <a:xfrm>
              <a:off x="1585731" y="1685986"/>
              <a:ext cx="1157469" cy="1316294"/>
            </a:xfrm>
            <a:prstGeom prst="rect">
              <a:avLst/>
            </a:prstGeom>
            <a:solidFill>
              <a:srgbClr val="FCEFC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궁극적으로</a:t>
              </a:r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능률적인 </a:t>
              </a:r>
              <a:r>
                <a:rPr lang="ko-KR" altLang="en-US" sz="140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전체주의</a:t>
              </a:r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국가</a:t>
              </a:r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endPara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6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↧</a:t>
              </a:r>
              <a:endParaRPr lang="en-US" altLang="ko-KR" sz="16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endParaRPr lang="en-US" altLang="ko-KR" sz="16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40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정치철학적 비판</a:t>
              </a:r>
              <a:endParaRPr lang="en-US" altLang="ko-KR" sz="140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251FB50-BC45-95A1-1170-A4D3744FE478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C29B692-6AFE-36E3-2CA0-E16EDB3FAD3A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C730DBA-3F85-8E77-D12F-F0D3D8024EEF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8C9088-2A9C-2266-8074-E0257D4160E7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189DC45-0D94-7686-E50B-131A3E0842A3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788AD47-BB45-5C21-0161-C75337D1E89E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B3BA9F9-796B-E159-CC24-73CAEF8B8A8A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FF826DF-5CFF-E9C0-4C60-0FA3ACDBF9D2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DEDF69C-2821-54FC-FD72-9D8CA5D2C337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25DEB59-677B-00AE-C78A-DE42EDD29ADF}"/>
              </a:ext>
            </a:extLst>
          </p:cNvPr>
          <p:cNvGrpSpPr/>
          <p:nvPr/>
        </p:nvGrpSpPr>
        <p:grpSpPr>
          <a:xfrm>
            <a:off x="1585731" y="2479972"/>
            <a:ext cx="1782309" cy="2422730"/>
            <a:chOff x="1585731" y="1469985"/>
            <a:chExt cx="1157469" cy="15322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84A3B3A-3FEB-BBF0-22FE-1D8F0EFF5CB0}"/>
                </a:ext>
              </a:extLst>
            </p:cNvPr>
            <p:cNvSpPr/>
            <p:nvPr/>
          </p:nvSpPr>
          <p:spPr>
            <a:xfrm>
              <a:off x="1585731" y="1469985"/>
              <a:ext cx="1157469" cy="216001"/>
            </a:xfrm>
            <a:prstGeom prst="rect">
              <a:avLst/>
            </a:prstGeom>
            <a:solidFill>
              <a:srgbClr val="353B6D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latin typeface="HY견명조" panose="02030600000101010101" pitchFamily="18" charset="-127"/>
                  <a:ea typeface="HY견명조" panose="02030600000101010101" pitchFamily="18" charset="-127"/>
                </a:rPr>
                <a:t>내용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D27D36C-F2B7-EF67-6F3B-AB38A0F10D99}"/>
                </a:ext>
              </a:extLst>
            </p:cNvPr>
            <p:cNvSpPr/>
            <p:nvPr/>
          </p:nvSpPr>
          <p:spPr>
            <a:xfrm>
              <a:off x="1585731" y="1685986"/>
              <a:ext cx="1157469" cy="1316294"/>
            </a:xfrm>
            <a:prstGeom prst="rect">
              <a:avLst/>
            </a:prstGeom>
            <a:solidFill>
              <a:srgbClr val="FCEFC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예측 가능한</a:t>
              </a:r>
              <a:endParaRPr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특정 </a:t>
              </a:r>
              <a:r>
                <a:rPr lang="ko-KR" altLang="en-US" sz="1400" dirty="0" err="1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디스토피아적</a:t>
              </a:r>
              <a:r>
                <a:rPr lang="ko-KR" altLang="en-US" sz="14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세상 구축</a:t>
              </a:r>
              <a:endParaRPr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endParaRPr lang="en-US" altLang="ko-KR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↧</a:t>
              </a:r>
              <a:endParaRPr lang="en-US" altLang="ko-KR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endParaRPr lang="en-US" altLang="ko-KR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사고실험</a:t>
              </a:r>
              <a:endParaRPr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  <a:p>
              <a:pPr algn="ctr"/>
              <a:endParaRPr lang="ko-KR" altLang="en-US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D5FE2D4-20FF-6992-DFE2-1435306CE37D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저작의 의의</a:t>
            </a:r>
          </a:p>
        </p:txBody>
      </p:sp>
      <p:grpSp>
        <p:nvGrpSpPr>
          <p:cNvPr id="602" name="그룹 601">
            <a:extLst>
              <a:ext uri="{FF2B5EF4-FFF2-40B4-BE49-F238E27FC236}">
                <a16:creationId xmlns:a16="http://schemas.microsoft.com/office/drawing/2014/main" id="{1449D130-ECFF-8C08-888D-53E1B7786ECC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E6C0A3E2-F481-CCBF-1D7B-E5DE6F51E5B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07832F19-311C-F615-D135-0C099792C26D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B20F3942-ECFC-FAE6-7D9F-45235E924318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9DEFDB7-FDA0-E2DE-26A9-DDD691E08B1E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028A9BD-243E-D4A2-8CEB-BC44DB90344F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4936AC2-A5E2-2D7A-EEB1-F9C206E85DD4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056F4B46-AE4F-CA8F-3CC9-6555D9B50406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945AB69E-B309-5788-FB3F-54BE3B85ADB0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3649C84-F88E-1D0E-0232-C6FFBB7436EB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B19019D6-9084-B824-4874-BF0384E396C4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9710EB0-6675-26E7-B7E7-C1C964F14956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CA225177-45FD-130E-BB16-76F48D2A8D52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353" name="순서도: 수행의 시작/종료 352">
                <a:extLst>
                  <a:ext uri="{FF2B5EF4-FFF2-40B4-BE49-F238E27FC236}">
                    <a16:creationId xmlns:a16="http://schemas.microsoft.com/office/drawing/2014/main" id="{03EE9CD2-E116-35B9-9ED5-6E2C7A6E3577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4" name="순서도: 수행의 시작/종료 353">
                <a:extLst>
                  <a:ext uri="{FF2B5EF4-FFF2-40B4-BE49-F238E27FC236}">
                    <a16:creationId xmlns:a16="http://schemas.microsoft.com/office/drawing/2014/main" id="{CBA8927E-F999-5F86-55F6-DFD941DF3078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5" name="순서도: 수행의 시작/종료 354">
                <a:extLst>
                  <a:ext uri="{FF2B5EF4-FFF2-40B4-BE49-F238E27FC236}">
                    <a16:creationId xmlns:a16="http://schemas.microsoft.com/office/drawing/2014/main" id="{6CAC1BA5-A830-F826-E189-1499D7137FEC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6" name="순서도: 수행의 시작/종료 355">
                <a:extLst>
                  <a:ext uri="{FF2B5EF4-FFF2-40B4-BE49-F238E27FC236}">
                    <a16:creationId xmlns:a16="http://schemas.microsoft.com/office/drawing/2014/main" id="{2E4A400B-F483-9EDB-8F17-7B337C7B8364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30AF20A1-EDCB-E0FE-A4D9-33A3C67CEA4D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374" name="순서도: 수행의 시작/종료 373">
                <a:extLst>
                  <a:ext uri="{FF2B5EF4-FFF2-40B4-BE49-F238E27FC236}">
                    <a16:creationId xmlns:a16="http://schemas.microsoft.com/office/drawing/2014/main" id="{A818FD53-E1AF-F74F-8612-BFBCEDF9CA75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5" name="순서도: 수행의 시작/종료 374">
                <a:extLst>
                  <a:ext uri="{FF2B5EF4-FFF2-40B4-BE49-F238E27FC236}">
                    <a16:creationId xmlns:a16="http://schemas.microsoft.com/office/drawing/2014/main" id="{EF82F64B-7902-9C2E-11BC-AEDB87B821B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6" name="순서도: 수행의 시작/종료 375">
                <a:extLst>
                  <a:ext uri="{FF2B5EF4-FFF2-40B4-BE49-F238E27FC236}">
                    <a16:creationId xmlns:a16="http://schemas.microsoft.com/office/drawing/2014/main" id="{17AB6909-BF38-15AF-3882-FB96C102537B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7" name="순서도: 수행의 시작/종료 376">
                <a:extLst>
                  <a:ext uri="{FF2B5EF4-FFF2-40B4-BE49-F238E27FC236}">
                    <a16:creationId xmlns:a16="http://schemas.microsoft.com/office/drawing/2014/main" id="{05FDDFCA-6993-05AC-2D1B-99FD87AB06C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20" name="그룹 419">
            <a:extLst>
              <a:ext uri="{FF2B5EF4-FFF2-40B4-BE49-F238E27FC236}">
                <a16:creationId xmlns:a16="http://schemas.microsoft.com/office/drawing/2014/main" id="{2D1E532F-7DA8-5FBE-4482-9D54B79C0B60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AE8FA601-4D7C-52A2-37E7-0A4FC84306A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D1A64407-5CA5-7F2B-CB71-289C2BFDD83D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7394DDF3-3F56-A57A-6AE5-BD1DA82FF69E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A5AE45D8-F6AC-F78D-090D-DD13DEE8B5A7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" name="직사각형 383">
              <a:extLst>
                <a:ext uri="{FF2B5EF4-FFF2-40B4-BE49-F238E27FC236}">
                  <a16:creationId xmlns:a16="http://schemas.microsoft.com/office/drawing/2014/main" id="{6C8EAAB9-CD5E-A667-F43E-76111A9B2EAC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" name="직사각형 384">
              <a:extLst>
                <a:ext uri="{FF2B5EF4-FFF2-40B4-BE49-F238E27FC236}">
                  <a16:creationId xmlns:a16="http://schemas.microsoft.com/office/drawing/2014/main" id="{CAB8B4D0-E99C-8A3E-D4C0-EDC78A350322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FA0BAEB5-6CED-F246-B495-28FDB550BB29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3C3BDCE8-7D51-C576-BB37-40D91CBD0BCA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2BF85554-5797-A5B0-2668-9CF71C23E055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B855812F-6B80-FFE7-E013-79775AFE8EC9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1049884D-4B77-7C39-EBD9-31EE3EECF0E9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C884C571-C0CD-B24B-9095-F33FF6A2577C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BA917F82-5B76-1148-11AE-E0E51569E4EA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8DF40DB7-60D6-0D06-E3D1-01605225067D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직사각형 393">
              <a:extLst>
                <a:ext uri="{FF2B5EF4-FFF2-40B4-BE49-F238E27FC236}">
                  <a16:creationId xmlns:a16="http://schemas.microsoft.com/office/drawing/2014/main" id="{CAE638DE-E96A-7833-B9A9-9E1CF691F9FA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직사각형 394">
              <a:extLst>
                <a:ext uri="{FF2B5EF4-FFF2-40B4-BE49-F238E27FC236}">
                  <a16:creationId xmlns:a16="http://schemas.microsoft.com/office/drawing/2014/main" id="{E2C1CA10-19BE-654C-5D09-1B90A88D904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" name="직사각형 395">
              <a:extLst>
                <a:ext uri="{FF2B5EF4-FFF2-40B4-BE49-F238E27FC236}">
                  <a16:creationId xmlns:a16="http://schemas.microsoft.com/office/drawing/2014/main" id="{AE802CBD-34C9-0D07-307D-25E4C855D8DB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27252B3D-E761-0005-C9FE-960DDE90226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" name="직사각형 397">
              <a:extLst>
                <a:ext uri="{FF2B5EF4-FFF2-40B4-BE49-F238E27FC236}">
                  <a16:creationId xmlns:a16="http://schemas.microsoft.com/office/drawing/2014/main" id="{C0867BF8-2C5D-3FF7-425F-609E715980C2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" name="직사각형 398">
              <a:extLst>
                <a:ext uri="{FF2B5EF4-FFF2-40B4-BE49-F238E27FC236}">
                  <a16:creationId xmlns:a16="http://schemas.microsoft.com/office/drawing/2014/main" id="{A63E69DF-B7A0-8C81-5169-9DDF1E531345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" name="직사각형 399">
              <a:extLst>
                <a:ext uri="{FF2B5EF4-FFF2-40B4-BE49-F238E27FC236}">
                  <a16:creationId xmlns:a16="http://schemas.microsoft.com/office/drawing/2014/main" id="{BEB75D44-8F48-6719-41FD-B0BE2DD900EB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ED2F2F74-20A6-8883-4C59-0E7A96BBDE19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6413FC72-5F87-3DE9-9439-6FEF8B9A39B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BE4321CD-E91F-5F57-9474-A808EB36D861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09" name="직사각형 408">
                <a:extLst>
                  <a:ext uri="{FF2B5EF4-FFF2-40B4-BE49-F238E27FC236}">
                    <a16:creationId xmlns:a16="http://schemas.microsoft.com/office/drawing/2014/main" id="{1809AD26-15CB-72F0-0632-F9BFB841073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01CE7D2A-A008-3961-BA50-30E758F4208E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1" name="직사각형 410">
                <a:extLst>
                  <a:ext uri="{FF2B5EF4-FFF2-40B4-BE49-F238E27FC236}">
                    <a16:creationId xmlns:a16="http://schemas.microsoft.com/office/drawing/2014/main" id="{BD2083B5-F9CB-F85C-986D-3B72E13F2E10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2" name="직사각형 411">
                <a:extLst>
                  <a:ext uri="{FF2B5EF4-FFF2-40B4-BE49-F238E27FC236}">
                    <a16:creationId xmlns:a16="http://schemas.microsoft.com/office/drawing/2014/main" id="{E1A7AE14-370B-3194-5685-CF7886487337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08A103DE-6200-5A97-BA66-266D2B01376C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0FA72733-9AA9-A895-E27B-C0DF8422B20B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B4428A54-5682-7695-5179-2794A6BA502C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32BF3828-794A-8E23-FE18-11FA9BACD696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AFAAD313-CD01-16A5-8D48-9F4FDB4791E1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21" name="그룹 420">
            <a:extLst>
              <a:ext uri="{FF2B5EF4-FFF2-40B4-BE49-F238E27FC236}">
                <a16:creationId xmlns:a16="http://schemas.microsoft.com/office/drawing/2014/main" id="{06E16092-0688-E109-9632-C7D52B642C38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2" name="직사각형 421">
              <a:extLst>
                <a:ext uri="{FF2B5EF4-FFF2-40B4-BE49-F238E27FC236}">
                  <a16:creationId xmlns:a16="http://schemas.microsoft.com/office/drawing/2014/main" id="{2BDD2BDF-D370-FC56-3033-B9E772BF683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" name="직사각형 422">
              <a:extLst>
                <a:ext uri="{FF2B5EF4-FFF2-40B4-BE49-F238E27FC236}">
                  <a16:creationId xmlns:a16="http://schemas.microsoft.com/office/drawing/2014/main" id="{571826D2-B92F-353A-8D23-1BCF51FA63C7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" name="직사각형 423">
              <a:extLst>
                <a:ext uri="{FF2B5EF4-FFF2-40B4-BE49-F238E27FC236}">
                  <a16:creationId xmlns:a16="http://schemas.microsoft.com/office/drawing/2014/main" id="{84D771B7-F824-BF8D-7E56-CA5109E14E76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" name="직사각형 424">
              <a:extLst>
                <a:ext uri="{FF2B5EF4-FFF2-40B4-BE49-F238E27FC236}">
                  <a16:creationId xmlns:a16="http://schemas.microsoft.com/office/drawing/2014/main" id="{E50BDEE7-233E-DA9B-1136-022870D9C90A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" name="직사각형 425">
              <a:extLst>
                <a:ext uri="{FF2B5EF4-FFF2-40B4-BE49-F238E27FC236}">
                  <a16:creationId xmlns:a16="http://schemas.microsoft.com/office/drawing/2014/main" id="{4A0388B1-0EC7-C7EF-B42A-2D2E91144FE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" name="직사각형 426">
              <a:extLst>
                <a:ext uri="{FF2B5EF4-FFF2-40B4-BE49-F238E27FC236}">
                  <a16:creationId xmlns:a16="http://schemas.microsoft.com/office/drawing/2014/main" id="{4DBF8D23-AE78-7722-B518-065E2C78CFD5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" name="직사각형 427">
              <a:extLst>
                <a:ext uri="{FF2B5EF4-FFF2-40B4-BE49-F238E27FC236}">
                  <a16:creationId xmlns:a16="http://schemas.microsoft.com/office/drawing/2014/main" id="{2DEB1E24-5539-6A39-FEAD-0D7C747AC360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" name="직사각형 428">
              <a:extLst>
                <a:ext uri="{FF2B5EF4-FFF2-40B4-BE49-F238E27FC236}">
                  <a16:creationId xmlns:a16="http://schemas.microsoft.com/office/drawing/2014/main" id="{FE980DDB-1C57-CFB0-A28C-CF2DB41050F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" name="직사각형 429">
              <a:extLst>
                <a:ext uri="{FF2B5EF4-FFF2-40B4-BE49-F238E27FC236}">
                  <a16:creationId xmlns:a16="http://schemas.microsoft.com/office/drawing/2014/main" id="{A8514D63-C20B-2095-F753-6761967756B1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" name="직사각형 430">
              <a:extLst>
                <a:ext uri="{FF2B5EF4-FFF2-40B4-BE49-F238E27FC236}">
                  <a16:creationId xmlns:a16="http://schemas.microsoft.com/office/drawing/2014/main" id="{BECCDB27-1BB0-40D5-0C95-6D6A6C3E5CB4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" name="직사각형 431">
              <a:extLst>
                <a:ext uri="{FF2B5EF4-FFF2-40B4-BE49-F238E27FC236}">
                  <a16:creationId xmlns:a16="http://schemas.microsoft.com/office/drawing/2014/main" id="{FBED9429-24A9-4ECD-DC23-2D5C823FA514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" name="직사각형 432">
              <a:extLst>
                <a:ext uri="{FF2B5EF4-FFF2-40B4-BE49-F238E27FC236}">
                  <a16:creationId xmlns:a16="http://schemas.microsoft.com/office/drawing/2014/main" id="{4DC71296-A4D0-A639-FEC0-825FAEB2C417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AFF3C5F7-F16D-23E5-1EC8-E296677E8F70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AD687DA9-1A93-33B7-AA83-56A80208FF24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" name="직사각형 435">
              <a:extLst>
                <a:ext uri="{FF2B5EF4-FFF2-40B4-BE49-F238E27FC236}">
                  <a16:creationId xmlns:a16="http://schemas.microsoft.com/office/drawing/2014/main" id="{CAB659D9-8B77-3E01-F05D-69773F14CE2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" name="직사각형 436">
              <a:extLst>
                <a:ext uri="{FF2B5EF4-FFF2-40B4-BE49-F238E27FC236}">
                  <a16:creationId xmlns:a16="http://schemas.microsoft.com/office/drawing/2014/main" id="{BB663D1C-7D43-ADDE-4740-F86CBCDDE58F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AD73761D-85AD-D020-2209-A4344D1C545E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B110200B-6C8D-7933-EC31-D805200F387F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" name="직사각형 439">
              <a:extLst>
                <a:ext uri="{FF2B5EF4-FFF2-40B4-BE49-F238E27FC236}">
                  <a16:creationId xmlns:a16="http://schemas.microsoft.com/office/drawing/2014/main" id="{2A71FD00-AEF2-D00D-492D-32637D89C1B7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" name="직사각형 440">
              <a:extLst>
                <a:ext uri="{FF2B5EF4-FFF2-40B4-BE49-F238E27FC236}">
                  <a16:creationId xmlns:a16="http://schemas.microsoft.com/office/drawing/2014/main" id="{5BDD7F55-7377-6E3F-F568-77C3FAB44E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" name="직사각형 441">
              <a:extLst>
                <a:ext uri="{FF2B5EF4-FFF2-40B4-BE49-F238E27FC236}">
                  <a16:creationId xmlns:a16="http://schemas.microsoft.com/office/drawing/2014/main" id="{8C24834B-081A-BAFC-AD7D-11CB12DEC506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71ED36A7-FA21-44D2-5D1E-D2C8FEB32E98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445784BD-8A05-23AE-05D6-08DA904C7F5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5" name="그룹 444">
              <a:extLst>
                <a:ext uri="{FF2B5EF4-FFF2-40B4-BE49-F238E27FC236}">
                  <a16:creationId xmlns:a16="http://schemas.microsoft.com/office/drawing/2014/main" id="{6E278E5B-2F0E-F596-27C5-24B8B4B1C6C2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46" name="직사각형 445">
                <a:extLst>
                  <a:ext uri="{FF2B5EF4-FFF2-40B4-BE49-F238E27FC236}">
                    <a16:creationId xmlns:a16="http://schemas.microsoft.com/office/drawing/2014/main" id="{67695461-9CB7-B9A4-6BCA-D90355C48B3C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7" name="직사각형 446">
                <a:extLst>
                  <a:ext uri="{FF2B5EF4-FFF2-40B4-BE49-F238E27FC236}">
                    <a16:creationId xmlns:a16="http://schemas.microsoft.com/office/drawing/2014/main" id="{BD5191C2-C995-8932-FF58-DF6587B77CD1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8" name="직사각형 447">
                <a:extLst>
                  <a:ext uri="{FF2B5EF4-FFF2-40B4-BE49-F238E27FC236}">
                    <a16:creationId xmlns:a16="http://schemas.microsoft.com/office/drawing/2014/main" id="{596DFC9B-D9AA-C245-982C-ADBA94A23A66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9" name="직사각형 448">
                <a:extLst>
                  <a:ext uri="{FF2B5EF4-FFF2-40B4-BE49-F238E27FC236}">
                    <a16:creationId xmlns:a16="http://schemas.microsoft.com/office/drawing/2014/main" id="{786B7CFB-90FE-C177-70F1-AC102C2EC7BB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0" name="직사각형 449">
                <a:extLst>
                  <a:ext uri="{FF2B5EF4-FFF2-40B4-BE49-F238E27FC236}">
                    <a16:creationId xmlns:a16="http://schemas.microsoft.com/office/drawing/2014/main" id="{1D7F7EC5-9D18-876E-A1B7-ED6386FE07AF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1" name="직사각형 450">
                <a:extLst>
                  <a:ext uri="{FF2B5EF4-FFF2-40B4-BE49-F238E27FC236}">
                    <a16:creationId xmlns:a16="http://schemas.microsoft.com/office/drawing/2014/main" id="{3BFFA947-D6E9-B26F-32BF-970FCA5B35D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2" name="직사각형 451">
                <a:extLst>
                  <a:ext uri="{FF2B5EF4-FFF2-40B4-BE49-F238E27FC236}">
                    <a16:creationId xmlns:a16="http://schemas.microsoft.com/office/drawing/2014/main" id="{9EBC4BC1-55FE-A6D9-E2BC-C6B69F8A0A0C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3" name="직사각형 452">
                <a:extLst>
                  <a:ext uri="{FF2B5EF4-FFF2-40B4-BE49-F238E27FC236}">
                    <a16:creationId xmlns:a16="http://schemas.microsoft.com/office/drawing/2014/main" id="{7199471E-64FC-78E2-EA92-5C657701CCB6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4" name="직사각형 453">
                <a:extLst>
                  <a:ext uri="{FF2B5EF4-FFF2-40B4-BE49-F238E27FC236}">
                    <a16:creationId xmlns:a16="http://schemas.microsoft.com/office/drawing/2014/main" id="{DC8183F7-E8F0-EB46-9CA6-AB4329662FD1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4" name="직사각형 523">
              <a:extLst>
                <a:ext uri="{FF2B5EF4-FFF2-40B4-BE49-F238E27FC236}">
                  <a16:creationId xmlns:a16="http://schemas.microsoft.com/office/drawing/2014/main" id="{69174A52-1121-B919-ACCD-32291C3AA60A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" name="직사각형 524">
              <a:extLst>
                <a:ext uri="{FF2B5EF4-FFF2-40B4-BE49-F238E27FC236}">
                  <a16:creationId xmlns:a16="http://schemas.microsoft.com/office/drawing/2014/main" id="{77C91FF4-1BC1-EE9D-0C24-BF840E81FD76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" name="직사각형 525">
              <a:extLst>
                <a:ext uri="{FF2B5EF4-FFF2-40B4-BE49-F238E27FC236}">
                  <a16:creationId xmlns:a16="http://schemas.microsoft.com/office/drawing/2014/main" id="{144117B9-A6F3-44C4-9FCC-433B6344C8E2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" name="직사각형 526">
              <a:extLst>
                <a:ext uri="{FF2B5EF4-FFF2-40B4-BE49-F238E27FC236}">
                  <a16:creationId xmlns:a16="http://schemas.microsoft.com/office/drawing/2014/main" id="{F87A3A2D-52C7-B48D-11F0-19E25CD913E2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" name="직사각형 527">
              <a:extLst>
                <a:ext uri="{FF2B5EF4-FFF2-40B4-BE49-F238E27FC236}">
                  <a16:creationId xmlns:a16="http://schemas.microsoft.com/office/drawing/2014/main" id="{E8449FB1-2EA3-67E3-3950-170DD258EB83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" name="직사각형 528">
              <a:extLst>
                <a:ext uri="{FF2B5EF4-FFF2-40B4-BE49-F238E27FC236}">
                  <a16:creationId xmlns:a16="http://schemas.microsoft.com/office/drawing/2014/main" id="{EB67F03A-6625-A373-1AB1-E7BC4E4F0A49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직사각형 529">
              <a:extLst>
                <a:ext uri="{FF2B5EF4-FFF2-40B4-BE49-F238E27FC236}">
                  <a16:creationId xmlns:a16="http://schemas.microsoft.com/office/drawing/2014/main" id="{89B5034A-1B41-BBCE-A301-BF2448EDD4CD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직사각형 532">
              <a:extLst>
                <a:ext uri="{FF2B5EF4-FFF2-40B4-BE49-F238E27FC236}">
                  <a16:creationId xmlns:a16="http://schemas.microsoft.com/office/drawing/2014/main" id="{90DD41A0-E182-BD4C-1869-45844F5A5759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직사각형 533">
              <a:extLst>
                <a:ext uri="{FF2B5EF4-FFF2-40B4-BE49-F238E27FC236}">
                  <a16:creationId xmlns:a16="http://schemas.microsoft.com/office/drawing/2014/main" id="{AC8F834E-7E90-BEE2-16C9-4B6E9781A3B8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9" name="그룹 488">
            <a:extLst>
              <a:ext uri="{FF2B5EF4-FFF2-40B4-BE49-F238E27FC236}">
                <a16:creationId xmlns:a16="http://schemas.microsoft.com/office/drawing/2014/main" id="{6AEA30A6-C51A-9550-443F-C594D334E2AE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90" name="그룹 489">
              <a:extLst>
                <a:ext uri="{FF2B5EF4-FFF2-40B4-BE49-F238E27FC236}">
                  <a16:creationId xmlns:a16="http://schemas.microsoft.com/office/drawing/2014/main" id="{0789EEF2-BC16-A67A-7919-A48287BEFECB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520" name="직사각형 519">
                <a:extLst>
                  <a:ext uri="{FF2B5EF4-FFF2-40B4-BE49-F238E27FC236}">
                    <a16:creationId xmlns:a16="http://schemas.microsoft.com/office/drawing/2014/main" id="{DEB9A11A-587E-49FD-0D82-7D34C3C3E5B2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1" name="직사각형 520">
                <a:extLst>
                  <a:ext uri="{FF2B5EF4-FFF2-40B4-BE49-F238E27FC236}">
                    <a16:creationId xmlns:a16="http://schemas.microsoft.com/office/drawing/2014/main" id="{0A407301-BECC-0210-6641-0BD813BEDC5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2" name="직사각형 521">
                <a:extLst>
                  <a:ext uri="{FF2B5EF4-FFF2-40B4-BE49-F238E27FC236}">
                    <a16:creationId xmlns:a16="http://schemas.microsoft.com/office/drawing/2014/main" id="{32AF0520-3AC2-738F-B72C-DF2A5CFFE15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3" name="직사각형 522">
                <a:extLst>
                  <a:ext uri="{FF2B5EF4-FFF2-40B4-BE49-F238E27FC236}">
                    <a16:creationId xmlns:a16="http://schemas.microsoft.com/office/drawing/2014/main" id="{6DE447CC-0CFF-E073-353F-6599D422336D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91" name="그룹 490">
              <a:extLst>
                <a:ext uri="{FF2B5EF4-FFF2-40B4-BE49-F238E27FC236}">
                  <a16:creationId xmlns:a16="http://schemas.microsoft.com/office/drawing/2014/main" id="{CE47FE7B-2F81-291F-408A-3A722C8646E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518" name="직사각형 517">
                <a:extLst>
                  <a:ext uri="{FF2B5EF4-FFF2-40B4-BE49-F238E27FC236}">
                    <a16:creationId xmlns:a16="http://schemas.microsoft.com/office/drawing/2014/main" id="{DB38C1BD-D5B1-D701-3937-FA9E636E70D2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9" name="직사각형 518">
                <a:extLst>
                  <a:ext uri="{FF2B5EF4-FFF2-40B4-BE49-F238E27FC236}">
                    <a16:creationId xmlns:a16="http://schemas.microsoft.com/office/drawing/2014/main" id="{57F1FD1E-590D-6E38-119D-88F068AE5C6B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92" name="그룹 491">
              <a:extLst>
                <a:ext uri="{FF2B5EF4-FFF2-40B4-BE49-F238E27FC236}">
                  <a16:creationId xmlns:a16="http://schemas.microsoft.com/office/drawing/2014/main" id="{430B0375-E5D6-ED8E-9ADB-38290D6C44D5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516" name="직사각형 515">
                <a:extLst>
                  <a:ext uri="{FF2B5EF4-FFF2-40B4-BE49-F238E27FC236}">
                    <a16:creationId xmlns:a16="http://schemas.microsoft.com/office/drawing/2014/main" id="{65D23DE6-1D49-CE7F-E72E-BDCEA3E5AFF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7" name="이등변 삼각형 516">
                <a:extLst>
                  <a:ext uri="{FF2B5EF4-FFF2-40B4-BE49-F238E27FC236}">
                    <a16:creationId xmlns:a16="http://schemas.microsoft.com/office/drawing/2014/main" id="{E958AEDB-7FCD-211F-3FCD-44DA0186AC55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93" name="직사각형 492">
              <a:extLst>
                <a:ext uri="{FF2B5EF4-FFF2-40B4-BE49-F238E27FC236}">
                  <a16:creationId xmlns:a16="http://schemas.microsoft.com/office/drawing/2014/main" id="{5015927F-BA3B-7DCA-F01F-80AF848092D5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94" name="그룹 493">
              <a:extLst>
                <a:ext uri="{FF2B5EF4-FFF2-40B4-BE49-F238E27FC236}">
                  <a16:creationId xmlns:a16="http://schemas.microsoft.com/office/drawing/2014/main" id="{8BA5E171-5E72-DD84-D16E-89B653324902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511" name="직사각형 510">
                <a:extLst>
                  <a:ext uri="{FF2B5EF4-FFF2-40B4-BE49-F238E27FC236}">
                    <a16:creationId xmlns:a16="http://schemas.microsoft.com/office/drawing/2014/main" id="{75117C0F-08AB-BCE6-4E4E-043F66F55549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2" name="직사각형 511">
                <a:extLst>
                  <a:ext uri="{FF2B5EF4-FFF2-40B4-BE49-F238E27FC236}">
                    <a16:creationId xmlns:a16="http://schemas.microsoft.com/office/drawing/2014/main" id="{347C5458-7690-D408-686F-2360DC883B6C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3" name="직사각형 512">
                <a:extLst>
                  <a:ext uri="{FF2B5EF4-FFF2-40B4-BE49-F238E27FC236}">
                    <a16:creationId xmlns:a16="http://schemas.microsoft.com/office/drawing/2014/main" id="{43BA19D6-B9BE-6793-10EC-5ADCF91B4ECD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4" name="직사각형 513">
                <a:extLst>
                  <a:ext uri="{FF2B5EF4-FFF2-40B4-BE49-F238E27FC236}">
                    <a16:creationId xmlns:a16="http://schemas.microsoft.com/office/drawing/2014/main" id="{0E2E15D0-93DE-E505-078C-584D69F35DC8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5" name="직사각형 514">
                <a:extLst>
                  <a:ext uri="{FF2B5EF4-FFF2-40B4-BE49-F238E27FC236}">
                    <a16:creationId xmlns:a16="http://schemas.microsoft.com/office/drawing/2014/main" id="{A37681DA-E01E-65A5-EDDA-975D59762604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95" name="그룹 494">
              <a:extLst>
                <a:ext uri="{FF2B5EF4-FFF2-40B4-BE49-F238E27FC236}">
                  <a16:creationId xmlns:a16="http://schemas.microsoft.com/office/drawing/2014/main" id="{D6889768-587B-91E8-7CD1-F012D3005631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A8CC54F7-D5B7-CE90-94AC-AFBD1599AA99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97" name="그룹 496">
                <a:extLst>
                  <a:ext uri="{FF2B5EF4-FFF2-40B4-BE49-F238E27FC236}">
                    <a16:creationId xmlns:a16="http://schemas.microsoft.com/office/drawing/2014/main" id="{52B5BD86-5D8F-FF36-6300-8CAB08148305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507" name="직사각형 506">
                  <a:extLst>
                    <a:ext uri="{FF2B5EF4-FFF2-40B4-BE49-F238E27FC236}">
                      <a16:creationId xmlns:a16="http://schemas.microsoft.com/office/drawing/2014/main" id="{DA64E03F-F7BF-FC5A-2333-4EDFD95A488B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8" name="직사각형 507">
                  <a:extLst>
                    <a:ext uri="{FF2B5EF4-FFF2-40B4-BE49-F238E27FC236}">
                      <a16:creationId xmlns:a16="http://schemas.microsoft.com/office/drawing/2014/main" id="{F3EE5B7C-E130-F9A6-CA26-6A4B2A411BBE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9" name="직사각형 508">
                  <a:extLst>
                    <a:ext uri="{FF2B5EF4-FFF2-40B4-BE49-F238E27FC236}">
                      <a16:creationId xmlns:a16="http://schemas.microsoft.com/office/drawing/2014/main" id="{537D680B-5D1C-76F3-8389-C63F41E8095A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0" name="직사각형 509">
                  <a:extLst>
                    <a:ext uri="{FF2B5EF4-FFF2-40B4-BE49-F238E27FC236}">
                      <a16:creationId xmlns:a16="http://schemas.microsoft.com/office/drawing/2014/main" id="{5A829385-C255-DB6A-A2ED-A367B679184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98" name="직사각형 497">
                <a:extLst>
                  <a:ext uri="{FF2B5EF4-FFF2-40B4-BE49-F238E27FC236}">
                    <a16:creationId xmlns:a16="http://schemas.microsoft.com/office/drawing/2014/main" id="{5779F91D-F5F7-6729-C8D4-1D781994D07D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9" name="직사각형 498">
                <a:extLst>
                  <a:ext uri="{FF2B5EF4-FFF2-40B4-BE49-F238E27FC236}">
                    <a16:creationId xmlns:a16="http://schemas.microsoft.com/office/drawing/2014/main" id="{618DE6B0-C4B3-17C0-999B-B450F39CC994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0" name="직사각형 499">
                <a:extLst>
                  <a:ext uri="{FF2B5EF4-FFF2-40B4-BE49-F238E27FC236}">
                    <a16:creationId xmlns:a16="http://schemas.microsoft.com/office/drawing/2014/main" id="{8F0884B8-8943-7F0E-53C3-24D2D9A3ADC0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1" name="직사각형 500">
                <a:extLst>
                  <a:ext uri="{FF2B5EF4-FFF2-40B4-BE49-F238E27FC236}">
                    <a16:creationId xmlns:a16="http://schemas.microsoft.com/office/drawing/2014/main" id="{D099EA98-D5FC-9614-902F-11F0825652B6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2" name="직사각형 501">
                <a:extLst>
                  <a:ext uri="{FF2B5EF4-FFF2-40B4-BE49-F238E27FC236}">
                    <a16:creationId xmlns:a16="http://schemas.microsoft.com/office/drawing/2014/main" id="{B64189F7-C9FF-F02F-D0BB-E2492DCCAB6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0D39EE75-C4B8-67B0-A75E-D49C4EEA612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" name="직사각형 503">
                <a:extLst>
                  <a:ext uri="{FF2B5EF4-FFF2-40B4-BE49-F238E27FC236}">
                    <a16:creationId xmlns:a16="http://schemas.microsoft.com/office/drawing/2014/main" id="{95E1066B-F9EA-1504-4B5F-5AFE6FEBEDB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5" name="직사각형 504">
                <a:extLst>
                  <a:ext uri="{FF2B5EF4-FFF2-40B4-BE49-F238E27FC236}">
                    <a16:creationId xmlns:a16="http://schemas.microsoft.com/office/drawing/2014/main" id="{8ED5B292-D807-E7AF-908C-76BD2D562FF2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6" name="직사각형 505">
                <a:extLst>
                  <a:ext uri="{FF2B5EF4-FFF2-40B4-BE49-F238E27FC236}">
                    <a16:creationId xmlns:a16="http://schemas.microsoft.com/office/drawing/2014/main" id="{B12A58A5-5E31-34C0-363F-F3498E5215A7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38" name="그룹 537">
            <a:extLst>
              <a:ext uri="{FF2B5EF4-FFF2-40B4-BE49-F238E27FC236}">
                <a16:creationId xmlns:a16="http://schemas.microsoft.com/office/drawing/2014/main" id="{8ED3E4C4-0287-1E70-D71B-26AC69350896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39" name="그룹 538">
              <a:extLst>
                <a:ext uri="{FF2B5EF4-FFF2-40B4-BE49-F238E27FC236}">
                  <a16:creationId xmlns:a16="http://schemas.microsoft.com/office/drawing/2014/main" id="{B592E079-4CF7-7311-23A1-2F3DB4FA24F2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600" name="타원 599">
                <a:extLst>
                  <a:ext uri="{FF2B5EF4-FFF2-40B4-BE49-F238E27FC236}">
                    <a16:creationId xmlns:a16="http://schemas.microsoft.com/office/drawing/2014/main" id="{C8497CCF-3EE2-4D47-0B75-DAD8C671B505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1" name="직사각형 600">
                <a:extLst>
                  <a:ext uri="{FF2B5EF4-FFF2-40B4-BE49-F238E27FC236}">
                    <a16:creationId xmlns:a16="http://schemas.microsoft.com/office/drawing/2014/main" id="{5AAB8AED-C6D3-FBBB-D8B8-697E917A74FE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0" name="직사각형 539">
              <a:extLst>
                <a:ext uri="{FF2B5EF4-FFF2-40B4-BE49-F238E27FC236}">
                  <a16:creationId xmlns:a16="http://schemas.microsoft.com/office/drawing/2014/main" id="{103C00CC-C257-ED1B-9931-EBE78FBAE580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99632298-7630-D7E0-DF73-11D98DAAFC58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583" name="직사각형 582">
                <a:extLst>
                  <a:ext uri="{FF2B5EF4-FFF2-40B4-BE49-F238E27FC236}">
                    <a16:creationId xmlns:a16="http://schemas.microsoft.com/office/drawing/2014/main" id="{30C8BF60-8843-2D90-9FE7-3A64C6EB0373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4" name="직사각형 583">
                <a:extLst>
                  <a:ext uri="{FF2B5EF4-FFF2-40B4-BE49-F238E27FC236}">
                    <a16:creationId xmlns:a16="http://schemas.microsoft.com/office/drawing/2014/main" id="{63FB46FC-3244-C966-0FA6-B822A8010456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5" name="직사각형 584">
                <a:extLst>
                  <a:ext uri="{FF2B5EF4-FFF2-40B4-BE49-F238E27FC236}">
                    <a16:creationId xmlns:a16="http://schemas.microsoft.com/office/drawing/2014/main" id="{501D3893-F3F2-98EA-8912-E6BCE3E974A7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6" name="직사각형 585">
                <a:extLst>
                  <a:ext uri="{FF2B5EF4-FFF2-40B4-BE49-F238E27FC236}">
                    <a16:creationId xmlns:a16="http://schemas.microsoft.com/office/drawing/2014/main" id="{08EB822C-9DA4-3112-9148-BB1EF9ED86BD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7" name="직사각형 586">
                <a:extLst>
                  <a:ext uri="{FF2B5EF4-FFF2-40B4-BE49-F238E27FC236}">
                    <a16:creationId xmlns:a16="http://schemas.microsoft.com/office/drawing/2014/main" id="{DF49D52A-B815-12BE-99F4-92D2C3F2A62A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8" name="직사각형 587">
                <a:extLst>
                  <a:ext uri="{FF2B5EF4-FFF2-40B4-BE49-F238E27FC236}">
                    <a16:creationId xmlns:a16="http://schemas.microsoft.com/office/drawing/2014/main" id="{49CD9286-CE66-DEAF-F4F6-DAD50295D4CF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9" name="직사각형 588">
                <a:extLst>
                  <a:ext uri="{FF2B5EF4-FFF2-40B4-BE49-F238E27FC236}">
                    <a16:creationId xmlns:a16="http://schemas.microsoft.com/office/drawing/2014/main" id="{888E3A1E-06F3-E186-1CEA-61A1177C9685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0" name="직사각형 589">
                <a:extLst>
                  <a:ext uri="{FF2B5EF4-FFF2-40B4-BE49-F238E27FC236}">
                    <a16:creationId xmlns:a16="http://schemas.microsoft.com/office/drawing/2014/main" id="{FB9E0B14-DC72-B648-FD9C-8C87F8B3FFA8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1" name="직사각형 590">
                <a:extLst>
                  <a:ext uri="{FF2B5EF4-FFF2-40B4-BE49-F238E27FC236}">
                    <a16:creationId xmlns:a16="http://schemas.microsoft.com/office/drawing/2014/main" id="{E8569518-0238-C55F-87BD-FEF6D7FC5F5D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2" name="직사각형 591">
                <a:extLst>
                  <a:ext uri="{FF2B5EF4-FFF2-40B4-BE49-F238E27FC236}">
                    <a16:creationId xmlns:a16="http://schemas.microsoft.com/office/drawing/2014/main" id="{1C3580B2-632C-C40E-9918-CB625CDF0EFB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3" name="직사각형 592">
                <a:extLst>
                  <a:ext uri="{FF2B5EF4-FFF2-40B4-BE49-F238E27FC236}">
                    <a16:creationId xmlns:a16="http://schemas.microsoft.com/office/drawing/2014/main" id="{86B75C93-315C-5736-348A-32706F5563C4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4" name="직사각형 593">
                <a:extLst>
                  <a:ext uri="{FF2B5EF4-FFF2-40B4-BE49-F238E27FC236}">
                    <a16:creationId xmlns:a16="http://schemas.microsoft.com/office/drawing/2014/main" id="{E519E08F-7B0D-D7C3-99A4-F5EA25B334F7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5" name="직사각형 594">
                <a:extLst>
                  <a:ext uri="{FF2B5EF4-FFF2-40B4-BE49-F238E27FC236}">
                    <a16:creationId xmlns:a16="http://schemas.microsoft.com/office/drawing/2014/main" id="{AF597BC2-EAAF-8895-3548-0E0D2688896B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6" name="직사각형 595">
                <a:extLst>
                  <a:ext uri="{FF2B5EF4-FFF2-40B4-BE49-F238E27FC236}">
                    <a16:creationId xmlns:a16="http://schemas.microsoft.com/office/drawing/2014/main" id="{7EF8CF9C-2390-0D37-FE27-77E527FA6B20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7" name="직사각형 596">
                <a:extLst>
                  <a:ext uri="{FF2B5EF4-FFF2-40B4-BE49-F238E27FC236}">
                    <a16:creationId xmlns:a16="http://schemas.microsoft.com/office/drawing/2014/main" id="{1C96816A-4B69-0B5C-FD76-727C266A1DDA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8" name="직사각형 597">
                <a:extLst>
                  <a:ext uri="{FF2B5EF4-FFF2-40B4-BE49-F238E27FC236}">
                    <a16:creationId xmlns:a16="http://schemas.microsoft.com/office/drawing/2014/main" id="{5292C452-55D1-7F8E-6D5C-E4D50F271DE5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9" name="직사각형 598">
                <a:extLst>
                  <a:ext uri="{FF2B5EF4-FFF2-40B4-BE49-F238E27FC236}">
                    <a16:creationId xmlns:a16="http://schemas.microsoft.com/office/drawing/2014/main" id="{078B3FF4-9DEA-809C-A723-1303626236F4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2" name="그룹 541">
              <a:extLst>
                <a:ext uri="{FF2B5EF4-FFF2-40B4-BE49-F238E27FC236}">
                  <a16:creationId xmlns:a16="http://schemas.microsoft.com/office/drawing/2014/main" id="{D3E8B7CF-1AD1-68E5-3645-1193376D69A1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579" name="그룹 578">
                <a:extLst>
                  <a:ext uri="{FF2B5EF4-FFF2-40B4-BE49-F238E27FC236}">
                    <a16:creationId xmlns:a16="http://schemas.microsoft.com/office/drawing/2014/main" id="{185A0836-C0F3-1E5C-1B26-DC4E6AA5E18F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581" name="도형 580">
                  <a:extLst>
                    <a:ext uri="{FF2B5EF4-FFF2-40B4-BE49-F238E27FC236}">
                      <a16:creationId xmlns:a16="http://schemas.microsoft.com/office/drawing/2014/main" id="{F523D06E-91CD-9ED1-E62C-0496F499F6F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582" name="도형 581">
                  <a:extLst>
                    <a:ext uri="{FF2B5EF4-FFF2-40B4-BE49-F238E27FC236}">
                      <a16:creationId xmlns:a16="http://schemas.microsoft.com/office/drawing/2014/main" id="{BA7B82FE-19E7-C54F-9F3E-C146237D1B2C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580" name="타원 579">
                <a:extLst>
                  <a:ext uri="{FF2B5EF4-FFF2-40B4-BE49-F238E27FC236}">
                    <a16:creationId xmlns:a16="http://schemas.microsoft.com/office/drawing/2014/main" id="{535EBE1C-AE33-3E7D-50CF-B45057DC9539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3" name="그룹 542">
              <a:extLst>
                <a:ext uri="{FF2B5EF4-FFF2-40B4-BE49-F238E27FC236}">
                  <a16:creationId xmlns:a16="http://schemas.microsoft.com/office/drawing/2014/main" id="{26028615-FFE1-CA83-1989-054A6ED626FA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573" name="그룹 572">
                <a:extLst>
                  <a:ext uri="{FF2B5EF4-FFF2-40B4-BE49-F238E27FC236}">
                    <a16:creationId xmlns:a16="http://schemas.microsoft.com/office/drawing/2014/main" id="{1970598F-7F3D-084D-9497-625850C3079E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575" name="그룹 574">
                  <a:extLst>
                    <a:ext uri="{FF2B5EF4-FFF2-40B4-BE49-F238E27FC236}">
                      <a16:creationId xmlns:a16="http://schemas.microsoft.com/office/drawing/2014/main" id="{202848DB-0EAC-BD8E-CEA6-42BB1372683F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577" name="도형 576">
                    <a:extLst>
                      <a:ext uri="{FF2B5EF4-FFF2-40B4-BE49-F238E27FC236}">
                        <a16:creationId xmlns:a16="http://schemas.microsoft.com/office/drawing/2014/main" id="{CDB410E7-5202-E4E9-6F5D-C087FDE01B3E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78" name="도형 577">
                    <a:extLst>
                      <a:ext uri="{FF2B5EF4-FFF2-40B4-BE49-F238E27FC236}">
                        <a16:creationId xmlns:a16="http://schemas.microsoft.com/office/drawing/2014/main" id="{2ADA92EE-F178-7E48-43F8-C6D7B0A70ADA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576" name="타원 575">
                  <a:extLst>
                    <a:ext uri="{FF2B5EF4-FFF2-40B4-BE49-F238E27FC236}">
                      <a16:creationId xmlns:a16="http://schemas.microsoft.com/office/drawing/2014/main" id="{E0192A9F-7EFC-9736-982E-9C5DCAA7381E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74" name="타원 573">
                <a:extLst>
                  <a:ext uri="{FF2B5EF4-FFF2-40B4-BE49-F238E27FC236}">
                    <a16:creationId xmlns:a16="http://schemas.microsoft.com/office/drawing/2014/main" id="{121A4989-0F69-F571-472A-483593BF5E5C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8AB3D91F-BF75-582D-B8CA-15A54BB564E1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545" name="그룹 544">
                <a:extLst>
                  <a:ext uri="{FF2B5EF4-FFF2-40B4-BE49-F238E27FC236}">
                    <a16:creationId xmlns:a16="http://schemas.microsoft.com/office/drawing/2014/main" id="{73C1119D-7544-8A26-A464-745E66AA3334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567" name="그룹 566">
                  <a:extLst>
                    <a:ext uri="{FF2B5EF4-FFF2-40B4-BE49-F238E27FC236}">
                      <a16:creationId xmlns:a16="http://schemas.microsoft.com/office/drawing/2014/main" id="{73384CE1-0822-6DC8-72AF-90EBE8FD9676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571" name="타원 145">
                    <a:extLst>
                      <a:ext uri="{FF2B5EF4-FFF2-40B4-BE49-F238E27FC236}">
                        <a16:creationId xmlns:a16="http://schemas.microsoft.com/office/drawing/2014/main" id="{01233B6B-FB95-3DBE-7130-4A5698ECC8B2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72" name="타원 145">
                    <a:extLst>
                      <a:ext uri="{FF2B5EF4-FFF2-40B4-BE49-F238E27FC236}">
                        <a16:creationId xmlns:a16="http://schemas.microsoft.com/office/drawing/2014/main" id="{9D25A279-B741-6A0A-CB1B-E33E848FA0B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568" name="그룹 567">
                  <a:extLst>
                    <a:ext uri="{FF2B5EF4-FFF2-40B4-BE49-F238E27FC236}">
                      <a16:creationId xmlns:a16="http://schemas.microsoft.com/office/drawing/2014/main" id="{F7664A5F-073F-7A50-EFF0-C013BF071987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569" name="사다리꼴 568">
                    <a:extLst>
                      <a:ext uri="{FF2B5EF4-FFF2-40B4-BE49-F238E27FC236}">
                        <a16:creationId xmlns:a16="http://schemas.microsoft.com/office/drawing/2014/main" id="{0C2B823F-E867-CEC6-D448-01A86153B9E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3B5835AA-9DE9-5098-4D4B-62F88FD37714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546" name="그룹 545">
                <a:extLst>
                  <a:ext uri="{FF2B5EF4-FFF2-40B4-BE49-F238E27FC236}">
                    <a16:creationId xmlns:a16="http://schemas.microsoft.com/office/drawing/2014/main" id="{5768AB16-8BFB-3A4C-6AE4-1D3478F2DF3D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C26C81D-6C58-EEE5-9E5C-9313092B6821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565" name="타원 145">
                    <a:extLst>
                      <a:ext uri="{FF2B5EF4-FFF2-40B4-BE49-F238E27FC236}">
                        <a16:creationId xmlns:a16="http://schemas.microsoft.com/office/drawing/2014/main" id="{553C01B0-649D-6AE7-3586-E6F1655BBE6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66" name="타원 145">
                    <a:extLst>
                      <a:ext uri="{FF2B5EF4-FFF2-40B4-BE49-F238E27FC236}">
                        <a16:creationId xmlns:a16="http://schemas.microsoft.com/office/drawing/2014/main" id="{67CA69CF-D7A8-629E-71E5-66EFA78F023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562" name="그룹 561">
                  <a:extLst>
                    <a:ext uri="{FF2B5EF4-FFF2-40B4-BE49-F238E27FC236}">
                      <a16:creationId xmlns:a16="http://schemas.microsoft.com/office/drawing/2014/main" id="{EA1F921B-5379-9638-374D-1C101607401F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563" name="사다리꼴 562">
                    <a:extLst>
                      <a:ext uri="{FF2B5EF4-FFF2-40B4-BE49-F238E27FC236}">
                        <a16:creationId xmlns:a16="http://schemas.microsoft.com/office/drawing/2014/main" id="{60FA220D-7315-069D-E492-0A093C263D3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C4444790-2D6D-3AD5-3B5D-ED5248C4AA25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547" name="그룹 546">
                <a:extLst>
                  <a:ext uri="{FF2B5EF4-FFF2-40B4-BE49-F238E27FC236}">
                    <a16:creationId xmlns:a16="http://schemas.microsoft.com/office/drawing/2014/main" id="{77D5791A-6320-5EA6-783C-48F03AD10884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555" name="그룹 554">
                  <a:extLst>
                    <a:ext uri="{FF2B5EF4-FFF2-40B4-BE49-F238E27FC236}">
                      <a16:creationId xmlns:a16="http://schemas.microsoft.com/office/drawing/2014/main" id="{33EE11FC-17EC-2D48-02AE-132D0D8E22B2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559" name="타원 145">
                    <a:extLst>
                      <a:ext uri="{FF2B5EF4-FFF2-40B4-BE49-F238E27FC236}">
                        <a16:creationId xmlns:a16="http://schemas.microsoft.com/office/drawing/2014/main" id="{7D90C4D8-9748-A3AA-1BB8-75FD91F83027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60" name="타원 145">
                    <a:extLst>
                      <a:ext uri="{FF2B5EF4-FFF2-40B4-BE49-F238E27FC236}">
                        <a16:creationId xmlns:a16="http://schemas.microsoft.com/office/drawing/2014/main" id="{487A7049-2021-B6C9-8E43-380AA074809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556" name="그룹 555">
                  <a:extLst>
                    <a:ext uri="{FF2B5EF4-FFF2-40B4-BE49-F238E27FC236}">
                      <a16:creationId xmlns:a16="http://schemas.microsoft.com/office/drawing/2014/main" id="{F633DAE7-EF4C-DDF6-11A2-2A8F0BF0EBE0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557" name="사다리꼴 556">
                    <a:extLst>
                      <a:ext uri="{FF2B5EF4-FFF2-40B4-BE49-F238E27FC236}">
                        <a16:creationId xmlns:a16="http://schemas.microsoft.com/office/drawing/2014/main" id="{5A630C67-813C-022F-94AD-A3EBDBE2BDC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58" name="직사각형 557">
                    <a:extLst>
                      <a:ext uri="{FF2B5EF4-FFF2-40B4-BE49-F238E27FC236}">
                        <a16:creationId xmlns:a16="http://schemas.microsoft.com/office/drawing/2014/main" id="{2FFB0BEA-D31E-DE64-501E-001AD9EE81A0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548" name="그룹 547">
                <a:extLst>
                  <a:ext uri="{FF2B5EF4-FFF2-40B4-BE49-F238E27FC236}">
                    <a16:creationId xmlns:a16="http://schemas.microsoft.com/office/drawing/2014/main" id="{7785F705-8B83-7631-9D5F-9A2EA4AFEAB6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549" name="그룹 548">
                  <a:extLst>
                    <a:ext uri="{FF2B5EF4-FFF2-40B4-BE49-F238E27FC236}">
                      <a16:creationId xmlns:a16="http://schemas.microsoft.com/office/drawing/2014/main" id="{FDFFFF70-7A8F-E046-3E50-656DFE291E68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553" name="타원 145">
                    <a:extLst>
                      <a:ext uri="{FF2B5EF4-FFF2-40B4-BE49-F238E27FC236}">
                        <a16:creationId xmlns:a16="http://schemas.microsoft.com/office/drawing/2014/main" id="{5FD98422-D4A6-81E8-E465-8216C871323D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54" name="타원 145">
                    <a:extLst>
                      <a:ext uri="{FF2B5EF4-FFF2-40B4-BE49-F238E27FC236}">
                        <a16:creationId xmlns:a16="http://schemas.microsoft.com/office/drawing/2014/main" id="{EA6320FB-5BB5-BD99-099B-A92D0BCDF8F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550" name="그룹 549">
                  <a:extLst>
                    <a:ext uri="{FF2B5EF4-FFF2-40B4-BE49-F238E27FC236}">
                      <a16:creationId xmlns:a16="http://schemas.microsoft.com/office/drawing/2014/main" id="{9E61DFDE-CAB8-991F-8D2A-9A990B1B30C6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551" name="사다리꼴 550">
                    <a:extLst>
                      <a:ext uri="{FF2B5EF4-FFF2-40B4-BE49-F238E27FC236}">
                        <a16:creationId xmlns:a16="http://schemas.microsoft.com/office/drawing/2014/main" id="{40599858-27C9-18D8-8FBD-2CD459B0A36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52" name="직사각형 551">
                    <a:extLst>
                      <a:ext uri="{FF2B5EF4-FFF2-40B4-BE49-F238E27FC236}">
                        <a16:creationId xmlns:a16="http://schemas.microsoft.com/office/drawing/2014/main" id="{136BFCF4-EA9D-2761-6A91-CA3283E9931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603" name="그룹 602">
            <a:extLst>
              <a:ext uri="{FF2B5EF4-FFF2-40B4-BE49-F238E27FC236}">
                <a16:creationId xmlns:a16="http://schemas.microsoft.com/office/drawing/2014/main" id="{9BC266EC-0311-5943-7CF0-4119C2AA4965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04" name="직사각형 603">
              <a:extLst>
                <a:ext uri="{FF2B5EF4-FFF2-40B4-BE49-F238E27FC236}">
                  <a16:creationId xmlns:a16="http://schemas.microsoft.com/office/drawing/2014/main" id="{30CB2BD9-17D5-4577-968B-629103C4A98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" name="직사각형 604">
              <a:extLst>
                <a:ext uri="{FF2B5EF4-FFF2-40B4-BE49-F238E27FC236}">
                  <a16:creationId xmlns:a16="http://schemas.microsoft.com/office/drawing/2014/main" id="{706FDC4D-0C82-D029-612C-E042D6452309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" name="직사각형 605">
              <a:extLst>
                <a:ext uri="{FF2B5EF4-FFF2-40B4-BE49-F238E27FC236}">
                  <a16:creationId xmlns:a16="http://schemas.microsoft.com/office/drawing/2014/main" id="{53467DE4-4049-4759-8E64-844523966D65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" name="직사각형 606">
              <a:extLst>
                <a:ext uri="{FF2B5EF4-FFF2-40B4-BE49-F238E27FC236}">
                  <a16:creationId xmlns:a16="http://schemas.microsoft.com/office/drawing/2014/main" id="{B8E117E6-BFAD-8E19-BDF6-3F190283F54C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" name="직사각형 607">
              <a:extLst>
                <a:ext uri="{FF2B5EF4-FFF2-40B4-BE49-F238E27FC236}">
                  <a16:creationId xmlns:a16="http://schemas.microsoft.com/office/drawing/2014/main" id="{CF667F14-A300-C4B5-95A0-4ADF6DD4F0B8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" name="직사각형 608">
              <a:extLst>
                <a:ext uri="{FF2B5EF4-FFF2-40B4-BE49-F238E27FC236}">
                  <a16:creationId xmlns:a16="http://schemas.microsoft.com/office/drawing/2014/main" id="{8C5C5DEE-672B-EDC5-D28B-566CF4E4A442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" name="직사각형 609">
              <a:extLst>
                <a:ext uri="{FF2B5EF4-FFF2-40B4-BE49-F238E27FC236}">
                  <a16:creationId xmlns:a16="http://schemas.microsoft.com/office/drawing/2014/main" id="{B23BFE5C-A708-B632-D160-FF435F71055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" name="직사각형 610">
              <a:extLst>
                <a:ext uri="{FF2B5EF4-FFF2-40B4-BE49-F238E27FC236}">
                  <a16:creationId xmlns:a16="http://schemas.microsoft.com/office/drawing/2014/main" id="{AC2CBB45-1042-E54B-EA45-D5B8DFCD50B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" name="직사각형 611">
              <a:extLst>
                <a:ext uri="{FF2B5EF4-FFF2-40B4-BE49-F238E27FC236}">
                  <a16:creationId xmlns:a16="http://schemas.microsoft.com/office/drawing/2014/main" id="{93C4BFE8-7E96-689A-F160-4824BE244124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" name="직사각형 612">
              <a:extLst>
                <a:ext uri="{FF2B5EF4-FFF2-40B4-BE49-F238E27FC236}">
                  <a16:creationId xmlns:a16="http://schemas.microsoft.com/office/drawing/2014/main" id="{02D05BC3-D602-02A6-6382-7C748EB9584E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" name="직사각형 613">
              <a:extLst>
                <a:ext uri="{FF2B5EF4-FFF2-40B4-BE49-F238E27FC236}">
                  <a16:creationId xmlns:a16="http://schemas.microsoft.com/office/drawing/2014/main" id="{69F64B00-AB8C-7219-EB47-2FA7F890ACE4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" name="직사각형 614">
              <a:extLst>
                <a:ext uri="{FF2B5EF4-FFF2-40B4-BE49-F238E27FC236}">
                  <a16:creationId xmlns:a16="http://schemas.microsoft.com/office/drawing/2014/main" id="{19A322C1-59BB-1F72-EAB2-7BB8F164312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" name="직사각형 615">
              <a:extLst>
                <a:ext uri="{FF2B5EF4-FFF2-40B4-BE49-F238E27FC236}">
                  <a16:creationId xmlns:a16="http://schemas.microsoft.com/office/drawing/2014/main" id="{FD320009-B54F-DF21-D4CA-69B56BD38509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" name="직사각형 616">
              <a:extLst>
                <a:ext uri="{FF2B5EF4-FFF2-40B4-BE49-F238E27FC236}">
                  <a16:creationId xmlns:a16="http://schemas.microsoft.com/office/drawing/2014/main" id="{436EE60C-AD64-29CD-8A0E-593EA0CF85F4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" name="직사각형 617">
              <a:extLst>
                <a:ext uri="{FF2B5EF4-FFF2-40B4-BE49-F238E27FC236}">
                  <a16:creationId xmlns:a16="http://schemas.microsoft.com/office/drawing/2014/main" id="{1384DB47-4FC5-83F8-B8F8-11253CF26CF6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" name="직사각형 618">
              <a:extLst>
                <a:ext uri="{FF2B5EF4-FFF2-40B4-BE49-F238E27FC236}">
                  <a16:creationId xmlns:a16="http://schemas.microsoft.com/office/drawing/2014/main" id="{230C2B12-8EAF-DD4E-55E5-846BED761434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7ACB3594-1DC0-02EB-04D1-73004E15E9D2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" name="직사각형 620">
              <a:extLst>
                <a:ext uri="{FF2B5EF4-FFF2-40B4-BE49-F238E27FC236}">
                  <a16:creationId xmlns:a16="http://schemas.microsoft.com/office/drawing/2014/main" id="{E6A8768D-5FE9-A629-553A-DC0ACCB0F3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" name="직사각형 621">
              <a:extLst>
                <a:ext uri="{FF2B5EF4-FFF2-40B4-BE49-F238E27FC236}">
                  <a16:creationId xmlns:a16="http://schemas.microsoft.com/office/drawing/2014/main" id="{64F380BB-CD37-B31A-4F7C-40A340CB656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" name="직사각형 622">
              <a:extLst>
                <a:ext uri="{FF2B5EF4-FFF2-40B4-BE49-F238E27FC236}">
                  <a16:creationId xmlns:a16="http://schemas.microsoft.com/office/drawing/2014/main" id="{07481898-9FF8-B37A-18F7-A065BA2E090A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" name="직사각형 623">
              <a:extLst>
                <a:ext uri="{FF2B5EF4-FFF2-40B4-BE49-F238E27FC236}">
                  <a16:creationId xmlns:a16="http://schemas.microsoft.com/office/drawing/2014/main" id="{72CEF3B7-EE5A-8F17-BC3F-F9306A6CD23D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" name="직사각형 624">
              <a:extLst>
                <a:ext uri="{FF2B5EF4-FFF2-40B4-BE49-F238E27FC236}">
                  <a16:creationId xmlns:a16="http://schemas.microsoft.com/office/drawing/2014/main" id="{8ABAED2E-372D-5B07-B962-B8F8211BC2BB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" name="직사각형 625">
              <a:extLst>
                <a:ext uri="{FF2B5EF4-FFF2-40B4-BE49-F238E27FC236}">
                  <a16:creationId xmlns:a16="http://schemas.microsoft.com/office/drawing/2014/main" id="{1B4AF56A-BA8F-139B-62C5-24E09A6A2908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27" name="그룹 626">
              <a:extLst>
                <a:ext uri="{FF2B5EF4-FFF2-40B4-BE49-F238E27FC236}">
                  <a16:creationId xmlns:a16="http://schemas.microsoft.com/office/drawing/2014/main" id="{84203A18-E806-F57C-BE17-B905D837D8B0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628" name="직사각형 627">
                <a:extLst>
                  <a:ext uri="{FF2B5EF4-FFF2-40B4-BE49-F238E27FC236}">
                    <a16:creationId xmlns:a16="http://schemas.microsoft.com/office/drawing/2014/main" id="{999C7772-81E7-7E5F-18C8-7F9D723F8046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9" name="직사각형 628">
                <a:extLst>
                  <a:ext uri="{FF2B5EF4-FFF2-40B4-BE49-F238E27FC236}">
                    <a16:creationId xmlns:a16="http://schemas.microsoft.com/office/drawing/2014/main" id="{7AF0AA0F-C158-26BE-8378-2338462D47CA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0" name="직사각형 629">
                <a:extLst>
                  <a:ext uri="{FF2B5EF4-FFF2-40B4-BE49-F238E27FC236}">
                    <a16:creationId xmlns:a16="http://schemas.microsoft.com/office/drawing/2014/main" id="{27D1B32D-2628-133E-B508-AEE76BC62C9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1" name="직사각형 630">
                <a:extLst>
                  <a:ext uri="{FF2B5EF4-FFF2-40B4-BE49-F238E27FC236}">
                    <a16:creationId xmlns:a16="http://schemas.microsoft.com/office/drawing/2014/main" id="{98AB5CB5-A3D4-53F6-8AF1-654C3A456B4D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2" name="직사각형 631">
                <a:extLst>
                  <a:ext uri="{FF2B5EF4-FFF2-40B4-BE49-F238E27FC236}">
                    <a16:creationId xmlns:a16="http://schemas.microsoft.com/office/drawing/2014/main" id="{3E714554-3797-F75A-F6B5-BE5A49CC4CD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3" name="직사각형 632">
                <a:extLst>
                  <a:ext uri="{FF2B5EF4-FFF2-40B4-BE49-F238E27FC236}">
                    <a16:creationId xmlns:a16="http://schemas.microsoft.com/office/drawing/2014/main" id="{C16426CA-6A1B-705D-DDCB-EC6086DE562D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4" name="직사각형 633">
                <a:extLst>
                  <a:ext uri="{FF2B5EF4-FFF2-40B4-BE49-F238E27FC236}">
                    <a16:creationId xmlns:a16="http://schemas.microsoft.com/office/drawing/2014/main" id="{817BAED7-0A5C-2AE0-C674-C51757456F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5" name="직사각형 634">
                <a:extLst>
                  <a:ext uri="{FF2B5EF4-FFF2-40B4-BE49-F238E27FC236}">
                    <a16:creationId xmlns:a16="http://schemas.microsoft.com/office/drawing/2014/main" id="{E5D1E8C1-31EB-0ACD-FEDF-E9DA53D3E414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6" name="직사각형 635">
                <a:extLst>
                  <a:ext uri="{FF2B5EF4-FFF2-40B4-BE49-F238E27FC236}">
                    <a16:creationId xmlns:a16="http://schemas.microsoft.com/office/drawing/2014/main" id="{B989BE51-C094-5E37-CFF0-D68422E126B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181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소설을 바라보는 관점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F73B21DE-0A59-219D-1BD9-E37FAD46313F}"/>
              </a:ext>
            </a:extLst>
          </p:cNvPr>
          <p:cNvGrpSpPr/>
          <p:nvPr/>
        </p:nvGrpSpPr>
        <p:grpSpPr>
          <a:xfrm>
            <a:off x="1858009" y="2343400"/>
            <a:ext cx="8475983" cy="662188"/>
            <a:chOff x="1269901" y="2630480"/>
            <a:chExt cx="4371482" cy="341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4CFD3D08-B75E-0F75-29CA-D27BF35317FC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052CDDC7-78BC-FE43-41FA-929D879E4CED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당대 문화의 </a:t>
              </a:r>
              <a:r>
                <a:rPr lang="ko-KR" altLang="en-US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풍자</a:t>
              </a: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A4F2C1A4-F0B0-5538-C547-428AE1072CE0}"/>
              </a:ext>
            </a:extLst>
          </p:cNvPr>
          <p:cNvGrpSpPr/>
          <p:nvPr/>
        </p:nvGrpSpPr>
        <p:grpSpPr>
          <a:xfrm>
            <a:off x="1858009" y="3385719"/>
            <a:ext cx="8475983" cy="662188"/>
            <a:chOff x="1269901" y="2639958"/>
            <a:chExt cx="4371482" cy="341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3FE65BBB-6092-2665-64EB-1210235CFC89}"/>
                </a:ext>
              </a:extLst>
            </p:cNvPr>
            <p:cNvSpPr/>
            <p:nvPr/>
          </p:nvSpPr>
          <p:spPr>
            <a:xfrm>
              <a:off x="1269901" y="2639958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B9684F9F-0D98-8408-19FF-3692C2F6FD73}"/>
                </a:ext>
              </a:extLst>
            </p:cNvPr>
            <p:cNvSpPr/>
            <p:nvPr/>
          </p:nvSpPr>
          <p:spPr>
            <a:xfrm>
              <a:off x="1607043" y="2640305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과학의 사회적 역할에 대한 </a:t>
              </a:r>
              <a:r>
                <a:rPr lang="ko-KR" altLang="en-US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논평</a:t>
              </a: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B1EF8AF6-6D17-C992-B938-BB6C2EA0D85B}"/>
              </a:ext>
            </a:extLst>
          </p:cNvPr>
          <p:cNvGrpSpPr/>
          <p:nvPr/>
        </p:nvGrpSpPr>
        <p:grpSpPr>
          <a:xfrm>
            <a:off x="1858009" y="4428039"/>
            <a:ext cx="8475983" cy="662188"/>
            <a:chOff x="1269901" y="2630480"/>
            <a:chExt cx="4371482" cy="341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F61108E9-60D0-F9BC-FFFB-EF57000DCDD2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F05CD36E-D5A6-B2D8-99D5-A50C6AE059A4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사회개혁</a:t>
              </a:r>
              <a:r>
                <a:rPr lang="ko-KR" altLang="en-US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의 한 방안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725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작가에 대한 평가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039B44B-1212-AC8D-FC31-D460DE0BCC43}"/>
              </a:ext>
            </a:extLst>
          </p:cNvPr>
          <p:cNvGrpSpPr/>
          <p:nvPr/>
        </p:nvGrpSpPr>
        <p:grpSpPr>
          <a:xfrm>
            <a:off x="8662874" y="2451572"/>
            <a:ext cx="1651068" cy="2779939"/>
            <a:chOff x="8699382" y="2322961"/>
            <a:chExt cx="1377919" cy="2320031"/>
          </a:xfrm>
        </p:grpSpPr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F1D49B8F-EC68-8F14-CC6C-99D2FA35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22344" y="2322961"/>
              <a:ext cx="1338554" cy="202314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CF12A810-0F23-76A8-BAA1-E1358B71052D}"/>
                </a:ext>
              </a:extLst>
            </p:cNvPr>
            <p:cNvSpPr/>
            <p:nvPr/>
          </p:nvSpPr>
          <p:spPr>
            <a:xfrm>
              <a:off x="8699382" y="4373244"/>
              <a:ext cx="1377919" cy="2697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1931.03.08 ~ 2003.10.05</a:t>
              </a:r>
              <a:endParaRPr lang="ko-KR" altLang="en-US" sz="1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9A175C93-0403-F8C9-056E-BB1E362355A2}"/>
              </a:ext>
            </a:extLst>
          </p:cNvPr>
          <p:cNvSpPr txBox="1"/>
          <p:nvPr/>
        </p:nvSpPr>
        <p:spPr>
          <a:xfrm>
            <a:off x="1817868" y="2579281"/>
            <a:ext cx="6148049" cy="2246769"/>
          </a:xfrm>
          <a:prstGeom prst="rect">
            <a:avLst/>
          </a:prstGeom>
          <a:noFill/>
          <a:ln w="19050">
            <a:solidFill>
              <a:srgbClr val="353B6D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헉슬리의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미래상에선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인간에게서 자율성과 분별력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그리고 역사를 박탈하기위한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빅브라더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조지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오웰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1984)’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는 필요 없다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사람들은 스스로 압제를 환영하고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자신들의 사고력을 무력화하는</a:t>
            </a: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테크놀로지를 떠받들 것이라고 내다봤다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헉슬리는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지나친 정보과잉으로 인해 우리가 수동적이고 이기적인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존재로</a:t>
            </a: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전락할까 봐 두려워했다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헉슬리는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우리가 좋아서 집착하는 것이 우리를 파멸시킬까 봐 두려워했다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  <a:endParaRPr lang="ko-KR" altLang="en-US" sz="12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97CC22F5-FA1E-10F7-8F86-6ABE5BCB4069}"/>
              </a:ext>
            </a:extLst>
          </p:cNvPr>
          <p:cNvSpPr/>
          <p:nvPr/>
        </p:nvSpPr>
        <p:spPr>
          <a:xfrm>
            <a:off x="6121352" y="4847547"/>
            <a:ext cx="2510637" cy="4734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닐 </a:t>
            </a:r>
            <a:r>
              <a:rPr lang="ko-KR" altLang="en-US" sz="1200" dirty="0" err="1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포스트먼</a:t>
            </a:r>
            <a:r>
              <a:rPr lang="en-US" altLang="ko-KR" sz="12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죽도록 즐기기</a:t>
            </a:r>
            <a:r>
              <a:rPr lang="en-US" altLang="ko-KR" sz="12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&gt; </a:t>
            </a:r>
            <a:r>
              <a:rPr lang="ko-KR" altLang="en-US" sz="1200" dirty="0">
                <a:solidFill>
                  <a:srgbClr val="353B6D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中</a:t>
            </a:r>
            <a:endParaRPr lang="ko-KR" altLang="en-US" sz="1200" dirty="0">
              <a:solidFill>
                <a:srgbClr val="353B6D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32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작가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FB860F86-0E21-CC3F-BFC6-222A29FD662F}"/>
              </a:ext>
            </a:extLst>
          </p:cNvPr>
          <p:cNvGrpSpPr/>
          <p:nvPr/>
        </p:nvGrpSpPr>
        <p:grpSpPr>
          <a:xfrm>
            <a:off x="2154228" y="2369157"/>
            <a:ext cx="1906140" cy="2779939"/>
            <a:chOff x="8592946" y="2322961"/>
            <a:chExt cx="1590791" cy="23200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FEBAC0F4-ABAC-577D-86D5-CECDFAC53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20101" y="2322961"/>
              <a:ext cx="1543041" cy="202314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786E51C-C0E8-AE1A-C1BE-0CBD0A22BAF0}"/>
                </a:ext>
              </a:extLst>
            </p:cNvPr>
            <p:cNvSpPr/>
            <p:nvPr/>
          </p:nvSpPr>
          <p:spPr>
            <a:xfrm>
              <a:off x="8592946" y="4373244"/>
              <a:ext cx="1590791" cy="2697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1894.07.26 ~ 1963.11.22</a:t>
              </a:r>
              <a:endParaRPr lang="ko-KR" altLang="en-US" sz="1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29971323-2E2D-F61D-B935-8CDFECA7D842}"/>
              </a:ext>
            </a:extLst>
          </p:cNvPr>
          <p:cNvGrpSpPr/>
          <p:nvPr/>
        </p:nvGrpSpPr>
        <p:grpSpPr>
          <a:xfrm>
            <a:off x="5193186" y="2369157"/>
            <a:ext cx="4661338" cy="364168"/>
            <a:chOff x="1269901" y="2630480"/>
            <a:chExt cx="4371482" cy="341523"/>
          </a:xfrm>
        </p:grpSpPr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FC7B778F-FB95-B35F-8389-A2391867C99F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9F2F1110-B198-DB14-A8C5-086862F95CC7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이름 </a:t>
              </a:r>
              <a:r>
                <a:rPr lang="en-US" altLang="ko-KR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: </a:t>
              </a:r>
              <a:r>
                <a:rPr lang="ko-KR" altLang="en-US" sz="1600" err="1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올더스</a:t>
              </a:r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헉슬리</a:t>
              </a:r>
              <a:endParaRPr lang="en-US" altLang="ko-KR" sz="16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27F63027-ED02-E7C5-351E-88E2A4CC07EF}"/>
              </a:ext>
            </a:extLst>
          </p:cNvPr>
          <p:cNvGrpSpPr/>
          <p:nvPr/>
        </p:nvGrpSpPr>
        <p:grpSpPr>
          <a:xfrm>
            <a:off x="5193186" y="2974325"/>
            <a:ext cx="4661338" cy="364168"/>
            <a:chOff x="1269901" y="2630480"/>
            <a:chExt cx="4371482" cy="341523"/>
          </a:xfrm>
        </p:grpSpPr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CCC93AC1-1A1E-5767-64F9-5D81884F5BBE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68D62D22-7C80-67A3-BC23-E6FD395EB273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특징 </a:t>
              </a:r>
              <a:r>
                <a:rPr lang="en-US" altLang="ko-KR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1 : </a:t>
              </a:r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광범위한 지식</a:t>
              </a:r>
              <a:endParaRPr lang="en-US" altLang="ko-KR" sz="16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FFEA24F3-0BF5-CEA0-80BC-5F54AAF667C0}"/>
              </a:ext>
            </a:extLst>
          </p:cNvPr>
          <p:cNvGrpSpPr/>
          <p:nvPr/>
        </p:nvGrpSpPr>
        <p:grpSpPr>
          <a:xfrm>
            <a:off x="5193186" y="3579493"/>
            <a:ext cx="4661338" cy="364168"/>
            <a:chOff x="1269901" y="2630480"/>
            <a:chExt cx="4371482" cy="341523"/>
          </a:xfrm>
        </p:grpSpPr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D8E8E99D-EFAE-E498-3F1D-80DD8C3269B0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F6E22567-4E5D-DDB8-FD86-1864F7375FFC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특징 </a:t>
              </a:r>
              <a:r>
                <a:rPr lang="en-US" altLang="ko-KR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2 : </a:t>
              </a:r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예리한 지성</a:t>
              </a:r>
              <a:endParaRPr lang="en-US" altLang="ko-KR" sz="16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60D647EC-C215-E4F7-DB6F-3F530D99619E}"/>
              </a:ext>
            </a:extLst>
          </p:cNvPr>
          <p:cNvGrpSpPr/>
          <p:nvPr/>
        </p:nvGrpSpPr>
        <p:grpSpPr>
          <a:xfrm>
            <a:off x="5193186" y="4184661"/>
            <a:ext cx="4661338" cy="364168"/>
            <a:chOff x="1269901" y="2630480"/>
            <a:chExt cx="4371482" cy="341523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F0EAC62A-D058-B3D7-8036-8C2E021FC886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78039CA1-E3E4-AA6C-C116-E3E04A5D9249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특징 </a:t>
              </a:r>
              <a:r>
                <a:rPr lang="en-US" altLang="ko-KR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3 : </a:t>
              </a:r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우아한 문체</a:t>
              </a:r>
              <a:endParaRPr lang="en-US" altLang="ko-KR" sz="16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27FC6455-37B9-B325-F014-BB456A028F33}"/>
              </a:ext>
            </a:extLst>
          </p:cNvPr>
          <p:cNvGrpSpPr/>
          <p:nvPr/>
        </p:nvGrpSpPr>
        <p:grpSpPr>
          <a:xfrm>
            <a:off x="5193186" y="4789829"/>
            <a:ext cx="4661338" cy="364168"/>
            <a:chOff x="1269901" y="2630480"/>
            <a:chExt cx="4371482" cy="341523"/>
          </a:xfrm>
        </p:grpSpPr>
        <p:sp>
          <p:nvSpPr>
            <p:cNvPr id="263" name="직사각형 262">
              <a:extLst>
                <a:ext uri="{FF2B5EF4-FFF2-40B4-BE49-F238E27FC236}">
                  <a16:creationId xmlns:a16="http://schemas.microsoft.com/office/drawing/2014/main" id="{A0457334-C8A3-CFC0-F31D-43E81B49251E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00B73BA9-4364-85F2-C1F0-58074103B101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특징 </a:t>
              </a:r>
              <a:r>
                <a:rPr lang="en-US" altLang="ko-KR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4 : </a:t>
              </a:r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오만하고 냉소적인 유머감각</a:t>
              </a:r>
              <a:endParaRPr lang="en-US" altLang="ko-KR" sz="16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D99195C-12B8-BBA7-B3AC-24920754A79F}"/>
              </a:ext>
            </a:extLst>
          </p:cNvPr>
          <p:cNvGrpSpPr/>
          <p:nvPr/>
        </p:nvGrpSpPr>
        <p:grpSpPr>
          <a:xfrm>
            <a:off x="5193186" y="5394999"/>
            <a:ext cx="4661338" cy="364168"/>
            <a:chOff x="1269901" y="2630480"/>
            <a:chExt cx="4371482" cy="341523"/>
          </a:xfrm>
        </p:grpSpPr>
        <p:sp>
          <p:nvSpPr>
            <p:cNvPr id="267" name="직사각형 266">
              <a:extLst>
                <a:ext uri="{FF2B5EF4-FFF2-40B4-BE49-F238E27FC236}">
                  <a16:creationId xmlns:a16="http://schemas.microsoft.com/office/drawing/2014/main" id="{E08B5D45-765E-9961-B506-0A6833AD8E61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608DC6A4-202A-0DAD-AEB2-2B4F736AD9C7}"/>
                </a:ext>
              </a:extLst>
            </p:cNvPr>
            <p:cNvSpPr/>
            <p:nvPr/>
          </p:nvSpPr>
          <p:spPr>
            <a:xfrm>
              <a:off x="1607043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종합</a:t>
              </a:r>
              <a:r>
                <a:rPr lang="en-US" altLang="ko-KR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: </a:t>
              </a:r>
              <a:r>
                <a:rPr lang="ko-KR" altLang="en-US" sz="16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백과사전적 박학다식인 천재</a:t>
              </a:r>
              <a:endParaRPr lang="en-US" altLang="ko-KR" sz="16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64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작가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FB860F86-0E21-CC3F-BFC6-222A29FD662F}"/>
              </a:ext>
            </a:extLst>
          </p:cNvPr>
          <p:cNvGrpSpPr/>
          <p:nvPr/>
        </p:nvGrpSpPr>
        <p:grpSpPr>
          <a:xfrm>
            <a:off x="1299249" y="2153920"/>
            <a:ext cx="1117644" cy="1638023"/>
            <a:chOff x="8592946" y="2322961"/>
            <a:chExt cx="1584350" cy="23220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FEBAC0F4-ABAC-577D-86D5-CECDFAC53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26378" y="2322961"/>
              <a:ext cx="1508783" cy="202314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786E51C-C0E8-AE1A-C1BE-0CBD0A22BAF0}"/>
                </a:ext>
              </a:extLst>
            </p:cNvPr>
            <p:cNvSpPr/>
            <p:nvPr/>
          </p:nvSpPr>
          <p:spPr>
            <a:xfrm>
              <a:off x="8592946" y="4373242"/>
              <a:ext cx="1584350" cy="271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1826.05.04 ~ 1895.06.29</a:t>
              </a:r>
              <a:endParaRPr lang="ko-KR" altLang="en-US" sz="6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29971323-2E2D-F61D-B935-8CDFECA7D842}"/>
              </a:ext>
            </a:extLst>
          </p:cNvPr>
          <p:cNvGrpSpPr/>
          <p:nvPr/>
        </p:nvGrpSpPr>
        <p:grpSpPr>
          <a:xfrm>
            <a:off x="2530969" y="2135575"/>
            <a:ext cx="2289606" cy="328819"/>
            <a:chOff x="1269901" y="2630480"/>
            <a:chExt cx="4544611" cy="341523"/>
          </a:xfrm>
        </p:grpSpPr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FC7B778F-FB95-B35F-8389-A2391867C99F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9F2F1110-B198-DB14-A8C5-086862F95CC7}"/>
                </a:ext>
              </a:extLst>
            </p:cNvPr>
            <p:cNvSpPr/>
            <p:nvPr/>
          </p:nvSpPr>
          <p:spPr>
            <a:xfrm>
              <a:off x="1607042" y="2630826"/>
              <a:ext cx="403434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할아버지 </a:t>
              </a:r>
              <a:r>
                <a:rPr lang="en-US" altLang="ko-KR" sz="12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: </a:t>
              </a:r>
              <a:r>
                <a:rPr lang="ko-KR" altLang="en-US" sz="12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토머스 헨리</a:t>
              </a:r>
              <a:endParaRPr lang="en-US" altLang="ko-KR" sz="120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19A7171B-32A4-8D93-07C2-42A900EC4E3E}"/>
                </a:ext>
              </a:extLst>
            </p:cNvPr>
            <p:cNvSpPr/>
            <p:nvPr/>
          </p:nvSpPr>
          <p:spPr>
            <a:xfrm>
              <a:off x="5472989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27F63027-ED02-E7C5-351E-88E2A4CC07EF}"/>
              </a:ext>
            </a:extLst>
          </p:cNvPr>
          <p:cNvGrpSpPr/>
          <p:nvPr/>
        </p:nvGrpSpPr>
        <p:grpSpPr>
          <a:xfrm>
            <a:off x="5779183" y="3059983"/>
            <a:ext cx="2465096" cy="374644"/>
            <a:chOff x="1418108" y="2630480"/>
            <a:chExt cx="2760572" cy="341523"/>
          </a:xfrm>
        </p:grpSpPr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CCC93AC1-1A1E-5767-64F9-5D81884F5BBE}"/>
                </a:ext>
              </a:extLst>
            </p:cNvPr>
            <p:cNvSpPr/>
            <p:nvPr/>
          </p:nvSpPr>
          <p:spPr>
            <a:xfrm>
              <a:off x="1418108" y="2630480"/>
              <a:ext cx="193315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68D62D22-7C80-67A3-BC23-E6FD395EB273}"/>
                </a:ext>
              </a:extLst>
            </p:cNvPr>
            <p:cNvSpPr/>
            <p:nvPr/>
          </p:nvSpPr>
          <p:spPr>
            <a:xfrm>
              <a:off x="1607044" y="2630826"/>
              <a:ext cx="2372820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외할아버지 </a:t>
              </a:r>
              <a:r>
                <a:rPr lang="en-US" altLang="ko-KR" sz="12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: </a:t>
              </a:r>
              <a:r>
                <a:rPr lang="ko-KR" altLang="en-US" sz="1200" dirty="0" err="1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매슈</a:t>
              </a:r>
              <a:r>
                <a:rPr lang="ko-KR" altLang="en-US" sz="12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</a:t>
              </a:r>
              <a:r>
                <a:rPr lang="ko-KR" altLang="en-US" sz="1200" dirty="0" err="1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아널드</a:t>
              </a:r>
              <a:endParaRPr lang="en-US" altLang="ko-KR" sz="1200" dirty="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C3BF93E4-D222-C12B-A9E1-21C38D5220E6}"/>
                </a:ext>
              </a:extLst>
            </p:cNvPr>
            <p:cNvSpPr/>
            <p:nvPr/>
          </p:nvSpPr>
          <p:spPr>
            <a:xfrm>
              <a:off x="3985365" y="2630480"/>
              <a:ext cx="193315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78039CA1-E3E4-AA6C-C116-E3E04A5D9249}"/>
              </a:ext>
            </a:extLst>
          </p:cNvPr>
          <p:cNvSpPr/>
          <p:nvPr/>
        </p:nvSpPr>
        <p:spPr>
          <a:xfrm>
            <a:off x="3023945" y="5630826"/>
            <a:ext cx="6164178" cy="509795"/>
          </a:xfrm>
          <a:prstGeom prst="rect">
            <a:avLst/>
          </a:prstGeom>
          <a:solidFill>
            <a:srgbClr val="F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공통점 </a:t>
            </a:r>
            <a:r>
              <a:rPr lang="en-US" altLang="ko-KR" sz="160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: </a:t>
            </a:r>
            <a:r>
              <a:rPr lang="ko-KR" altLang="en-US" sz="160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인간과 세계의 근원적인 문제에 대한 고찰 및 해결 시도</a:t>
            </a:r>
            <a:endParaRPr lang="en-US" altLang="ko-KR" sz="160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3F9A922D-33A3-0414-D61C-B42190E650F2}"/>
              </a:ext>
            </a:extLst>
          </p:cNvPr>
          <p:cNvGrpSpPr/>
          <p:nvPr/>
        </p:nvGrpSpPr>
        <p:grpSpPr>
          <a:xfrm>
            <a:off x="4531257" y="3046250"/>
            <a:ext cx="1122188" cy="1702178"/>
            <a:chOff x="8592946" y="2230015"/>
            <a:chExt cx="1590791" cy="24129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52" name="그림 251">
              <a:extLst>
                <a:ext uri="{FF2B5EF4-FFF2-40B4-BE49-F238E27FC236}">
                  <a16:creationId xmlns:a16="http://schemas.microsoft.com/office/drawing/2014/main" id="{DDB7F8CA-BA20-F76E-17CF-9E01B3EE7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29055" y="2230015"/>
              <a:ext cx="1525132" cy="215115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5" name="직사각형 264">
              <a:extLst>
                <a:ext uri="{FF2B5EF4-FFF2-40B4-BE49-F238E27FC236}">
                  <a16:creationId xmlns:a16="http://schemas.microsoft.com/office/drawing/2014/main" id="{4A6C325C-FE44-79EA-3CE0-6F6EA376490C}"/>
                </a:ext>
              </a:extLst>
            </p:cNvPr>
            <p:cNvSpPr/>
            <p:nvPr/>
          </p:nvSpPr>
          <p:spPr>
            <a:xfrm>
              <a:off x="8592946" y="4373244"/>
              <a:ext cx="1590791" cy="2697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1822.12.24 ~ 1888.04.15</a:t>
              </a:r>
              <a:endParaRPr lang="ko-KR" altLang="en-US" sz="6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A207CA63-3994-5435-64BF-ED8BA23B62B6}"/>
              </a:ext>
            </a:extLst>
          </p:cNvPr>
          <p:cNvGrpSpPr/>
          <p:nvPr/>
        </p:nvGrpSpPr>
        <p:grpSpPr>
          <a:xfrm>
            <a:off x="9172498" y="4040510"/>
            <a:ext cx="2433549" cy="404171"/>
            <a:chOff x="1269901" y="2630480"/>
            <a:chExt cx="3182265" cy="341523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1D0C73A7-70CB-DED1-F588-2F646C01C109}"/>
                </a:ext>
              </a:extLst>
            </p:cNvPr>
            <p:cNvSpPr/>
            <p:nvPr/>
          </p:nvSpPr>
          <p:spPr>
            <a:xfrm>
              <a:off x="1269901" y="2630480"/>
              <a:ext cx="341523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6AD55087-6C38-33F2-C1BB-C4F9BEE1DF5B}"/>
                </a:ext>
              </a:extLst>
            </p:cNvPr>
            <p:cNvSpPr/>
            <p:nvPr/>
          </p:nvSpPr>
          <p:spPr>
            <a:xfrm>
              <a:off x="1607045" y="2630826"/>
              <a:ext cx="2495992" cy="340830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어머니 </a:t>
              </a:r>
              <a:r>
                <a:rPr lang="en-US" altLang="ko-KR" sz="12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: </a:t>
              </a:r>
              <a:r>
                <a:rPr lang="ko-KR" altLang="en-US" sz="12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줄리아 헉슬리</a:t>
              </a:r>
              <a:endParaRPr lang="en-US" altLang="ko-KR" sz="1200" dirty="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BAC24811-D940-CA44-F7DD-3958F45F9EE6}"/>
                </a:ext>
              </a:extLst>
            </p:cNvPr>
            <p:cNvSpPr/>
            <p:nvPr/>
          </p:nvSpPr>
          <p:spPr>
            <a:xfrm>
              <a:off x="4110644" y="2630480"/>
              <a:ext cx="341522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64CDACEA-0A56-846B-F049-A3DD8407DE80}"/>
              </a:ext>
            </a:extLst>
          </p:cNvPr>
          <p:cNvGrpSpPr/>
          <p:nvPr/>
        </p:nvGrpSpPr>
        <p:grpSpPr>
          <a:xfrm>
            <a:off x="7817684" y="4037898"/>
            <a:ext cx="1117644" cy="1262300"/>
            <a:chOff x="8592946" y="2855579"/>
            <a:chExt cx="1584350" cy="17894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76" name="그림 275">
              <a:extLst>
                <a:ext uri="{FF2B5EF4-FFF2-40B4-BE49-F238E27FC236}">
                  <a16:creationId xmlns:a16="http://schemas.microsoft.com/office/drawing/2014/main" id="{C2C6752D-52A0-69C6-1A1B-BA1625FA9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26378" y="2855579"/>
              <a:ext cx="1508783" cy="1508784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FEF72EDA-CA80-E692-32E3-B538723E2143}"/>
                </a:ext>
              </a:extLst>
            </p:cNvPr>
            <p:cNvSpPr/>
            <p:nvPr/>
          </p:nvSpPr>
          <p:spPr>
            <a:xfrm>
              <a:off x="8592946" y="4373242"/>
              <a:ext cx="1584350" cy="271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1826.??.?? ~ 1908.11.29</a:t>
              </a:r>
              <a:endParaRPr lang="ko-KR" altLang="en-US" sz="6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8DE5DB49-3DB1-631D-9DBA-87EA294DCA3F}"/>
              </a:ext>
            </a:extLst>
          </p:cNvPr>
          <p:cNvGrpSpPr/>
          <p:nvPr/>
        </p:nvGrpSpPr>
        <p:grpSpPr>
          <a:xfrm>
            <a:off x="2530969" y="2574643"/>
            <a:ext cx="2289606" cy="301030"/>
            <a:chOff x="1407646" y="2630480"/>
            <a:chExt cx="4147365" cy="341523"/>
          </a:xfrm>
        </p:grpSpPr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52308207-A760-3DE9-C438-73F2B5629C2F}"/>
                </a:ext>
              </a:extLst>
            </p:cNvPr>
            <p:cNvSpPr/>
            <p:nvPr/>
          </p:nvSpPr>
          <p:spPr>
            <a:xfrm>
              <a:off x="1407646" y="2630480"/>
              <a:ext cx="203778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10F5A9C6-01B2-9E78-FFBD-0FB3EC15574A}"/>
                </a:ext>
              </a:extLst>
            </p:cNvPr>
            <p:cNvSpPr/>
            <p:nvPr/>
          </p:nvSpPr>
          <p:spPr>
            <a:xfrm>
              <a:off x="1607043" y="2630823"/>
              <a:ext cx="3947968" cy="341178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생물학자 </a:t>
              </a:r>
              <a:r>
                <a:rPr lang="en-US" altLang="ko-KR" sz="9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다윈의 진화론 서문에 등장</a:t>
              </a:r>
              <a:r>
                <a:rPr lang="en-US" altLang="ko-KR" sz="9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)</a:t>
              </a:r>
            </a:p>
          </p:txBody>
        </p:sp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3112FA06-55E8-5E6D-DB38-DE5EC3336EF8}"/>
              </a:ext>
            </a:extLst>
          </p:cNvPr>
          <p:cNvGrpSpPr/>
          <p:nvPr/>
        </p:nvGrpSpPr>
        <p:grpSpPr>
          <a:xfrm>
            <a:off x="5779183" y="3528819"/>
            <a:ext cx="1403491" cy="311455"/>
            <a:chOff x="1407646" y="2630480"/>
            <a:chExt cx="2470579" cy="341523"/>
          </a:xfrm>
        </p:grpSpPr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B1C7CAE6-837C-76B9-50F7-154ACF902FE1}"/>
                </a:ext>
              </a:extLst>
            </p:cNvPr>
            <p:cNvSpPr/>
            <p:nvPr/>
          </p:nvSpPr>
          <p:spPr>
            <a:xfrm>
              <a:off x="1407646" y="2630480"/>
              <a:ext cx="203778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52CA9DAE-F56C-32BB-E755-F69FA421B859}"/>
                </a:ext>
              </a:extLst>
            </p:cNvPr>
            <p:cNvSpPr/>
            <p:nvPr/>
          </p:nvSpPr>
          <p:spPr>
            <a:xfrm>
              <a:off x="1607043" y="2630823"/>
              <a:ext cx="2271182" cy="341178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옥스퍼드 사학 교수</a:t>
              </a:r>
              <a:endParaRPr lang="en-US" altLang="ko-KR" sz="900" dirty="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B465A611-A025-D672-E0D5-5222A145EBD8}"/>
              </a:ext>
            </a:extLst>
          </p:cNvPr>
          <p:cNvGrpSpPr/>
          <p:nvPr/>
        </p:nvGrpSpPr>
        <p:grpSpPr>
          <a:xfrm>
            <a:off x="9172498" y="4542098"/>
            <a:ext cx="1490468" cy="318891"/>
            <a:chOff x="1407646" y="2630480"/>
            <a:chExt cx="2470579" cy="341523"/>
          </a:xfrm>
        </p:grpSpPr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3A1971B9-B9C1-66EA-262A-AAE584E10ADE}"/>
                </a:ext>
              </a:extLst>
            </p:cNvPr>
            <p:cNvSpPr/>
            <p:nvPr/>
          </p:nvSpPr>
          <p:spPr>
            <a:xfrm>
              <a:off x="1407646" y="2630480"/>
              <a:ext cx="203778" cy="341523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450BC587-71C2-01EF-D479-D8638F0A7462}"/>
                </a:ext>
              </a:extLst>
            </p:cNvPr>
            <p:cNvSpPr/>
            <p:nvPr/>
          </p:nvSpPr>
          <p:spPr>
            <a:xfrm>
              <a:off x="1607043" y="2630823"/>
              <a:ext cx="2271182" cy="341178"/>
            </a:xfrm>
            <a:prstGeom prst="rect">
              <a:avLst/>
            </a:prstGeom>
            <a:solidFill>
              <a:srgbClr val="FCEF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작가이자 저널리스트</a:t>
              </a:r>
              <a:endParaRPr lang="en-US" altLang="ko-KR" sz="900" dirty="0">
                <a:solidFill>
                  <a:srgbClr val="353B6D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4936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작가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FB860F86-0E21-CC3F-BFC6-222A29FD662F}"/>
              </a:ext>
            </a:extLst>
          </p:cNvPr>
          <p:cNvGrpSpPr/>
          <p:nvPr/>
        </p:nvGrpSpPr>
        <p:grpSpPr>
          <a:xfrm>
            <a:off x="2238272" y="2369157"/>
            <a:ext cx="1906140" cy="2779939"/>
            <a:chOff x="8592946" y="2322961"/>
            <a:chExt cx="1590791" cy="23200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FEBAC0F4-ABAC-577D-86D5-CECDFAC53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20101" y="2322961"/>
              <a:ext cx="1543041" cy="202314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38100" cap="sq">
              <a:solidFill>
                <a:srgbClr val="353B6D"/>
              </a:solidFill>
              <a:miter lim="8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786E51C-C0E8-AE1A-C1BE-0CBD0A22BAF0}"/>
                </a:ext>
              </a:extLst>
            </p:cNvPr>
            <p:cNvSpPr/>
            <p:nvPr/>
          </p:nvSpPr>
          <p:spPr>
            <a:xfrm>
              <a:off x="8592946" y="4373244"/>
              <a:ext cx="1590791" cy="2697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53B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1894.07.26 ~ 1963.11.22</a:t>
              </a:r>
              <a:endParaRPr lang="ko-KR" altLang="en-US" sz="1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70" name="다이어그램 269">
            <a:extLst>
              <a:ext uri="{FF2B5EF4-FFF2-40B4-BE49-F238E27FC236}">
                <a16:creationId xmlns:a16="http://schemas.microsoft.com/office/drawing/2014/main" id="{61C73881-4657-1C60-D49D-162AEEB04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4697334"/>
              </p:ext>
            </p:extLst>
          </p:nvPr>
        </p:nvGraphicFramePr>
        <p:xfrm>
          <a:off x="4998849" y="1974485"/>
          <a:ext cx="4943141" cy="416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402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시대적 상황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B50FBDA0-2E74-68A6-1BC8-24E687148BE3}"/>
              </a:ext>
            </a:extLst>
          </p:cNvPr>
          <p:cNvSpPr/>
          <p:nvPr/>
        </p:nvSpPr>
        <p:spPr>
          <a:xfrm>
            <a:off x="3651035" y="2130447"/>
            <a:ext cx="5069927" cy="550251"/>
          </a:xfrm>
          <a:prstGeom prst="rect">
            <a:avLst/>
          </a:prstGeom>
          <a:solidFill>
            <a:srgbClr val="CF1E3D"/>
          </a:solidFill>
          <a:ln w="19050">
            <a:solidFill>
              <a:srgbClr val="FCEF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20</a:t>
            </a:r>
            <a:r>
              <a:rPr lang="ko-KR" altLang="en-US" sz="18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세기 벽두의 빅토리아 여왕시대</a:t>
            </a:r>
            <a:endParaRPr lang="ko-KR" altLang="en-US"/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8F3081E6-D031-8989-9E4C-8C0603ED740C}"/>
              </a:ext>
            </a:extLst>
          </p:cNvPr>
          <p:cNvSpPr/>
          <p:nvPr/>
        </p:nvSpPr>
        <p:spPr>
          <a:xfrm>
            <a:off x="4461605" y="4855811"/>
            <a:ext cx="3703053" cy="958390"/>
          </a:xfrm>
          <a:prstGeom prst="rect">
            <a:avLst/>
          </a:prstGeom>
          <a:solidFill>
            <a:srgbClr val="FCEFC2"/>
          </a:solidFill>
          <a:ln w="28575">
            <a:solidFill>
              <a:srgbClr val="CF1E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불안</a:t>
            </a:r>
            <a:r>
              <a: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근심</a:t>
            </a:r>
            <a:r>
              <a:rPr lang="en-US" altLang="ko-KR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초조의 시대</a:t>
            </a:r>
            <a:endParaRPr lang="en-US" altLang="ko-KR" sz="140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  <a:ea typeface="HY견명조" panose="02030600000101010101" pitchFamily="18" charset="-127"/>
              </a:rPr>
              <a:t>=</a:t>
            </a:r>
          </a:p>
          <a:p>
            <a:pPr algn="ctr"/>
            <a:r>
              <a:rPr lang="ko-KR" altLang="en-US" sz="1400">
                <a:solidFill>
                  <a:schemeClr val="tx1"/>
                </a:solidFill>
                <a:ea typeface="HY견명조" panose="02030600000101010101" pitchFamily="18" charset="-127"/>
              </a:rPr>
              <a:t>예술양식이 복합적인 사상과 기법의 충돌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17FCD9B3-7E8D-CC61-6CE1-426A8218D0AD}"/>
              </a:ext>
            </a:extLst>
          </p:cNvPr>
          <p:cNvGrpSpPr/>
          <p:nvPr/>
        </p:nvGrpSpPr>
        <p:grpSpPr>
          <a:xfrm>
            <a:off x="2240565" y="3158284"/>
            <a:ext cx="1782309" cy="1143128"/>
            <a:chOff x="1585731" y="1469985"/>
            <a:chExt cx="1157469" cy="8811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D7A8340D-3D7E-C605-B892-E07C10199B10}"/>
                </a:ext>
              </a:extLst>
            </p:cNvPr>
            <p:cNvSpPr/>
            <p:nvPr/>
          </p:nvSpPr>
          <p:spPr>
            <a:xfrm>
              <a:off x="1585731" y="1469985"/>
              <a:ext cx="1157469" cy="216001"/>
            </a:xfrm>
            <a:prstGeom prst="rect">
              <a:avLst/>
            </a:prstGeom>
            <a:solidFill>
              <a:srgbClr val="CF1E3D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E138EB41-258A-6547-CE9B-2A90CA3527E6}"/>
                </a:ext>
              </a:extLst>
            </p:cNvPr>
            <p:cNvSpPr/>
            <p:nvPr/>
          </p:nvSpPr>
          <p:spPr>
            <a:xfrm>
              <a:off x="1585731" y="1685986"/>
              <a:ext cx="1157469" cy="665190"/>
            </a:xfrm>
            <a:prstGeom prst="rect">
              <a:avLst/>
            </a:prstGeom>
            <a:solidFill>
              <a:srgbClr val="FCEFC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도덕적 행동규범</a:t>
              </a:r>
              <a:endParaRPr lang="ko-KR" altLang="en-US" sz="1400">
                <a:solidFill>
                  <a:schemeClr val="tx1"/>
                </a:solidFill>
              </a:endParaRPr>
            </a:p>
            <a:p>
              <a:pPr algn="ctr"/>
              <a:endParaRPr lang="ko-KR" altLang="en-US" sz="14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87EC0EE3-3979-1BBB-6FAE-89D9605CDF3E}"/>
              </a:ext>
            </a:extLst>
          </p:cNvPr>
          <p:cNvGrpSpPr/>
          <p:nvPr/>
        </p:nvGrpSpPr>
        <p:grpSpPr>
          <a:xfrm>
            <a:off x="5212424" y="3158284"/>
            <a:ext cx="1782309" cy="1143128"/>
            <a:chOff x="1585731" y="1469985"/>
            <a:chExt cx="1157469" cy="8811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DF0F41AE-522F-43D4-589E-EA94B1E19FE4}"/>
                </a:ext>
              </a:extLst>
            </p:cNvPr>
            <p:cNvSpPr/>
            <p:nvPr/>
          </p:nvSpPr>
          <p:spPr>
            <a:xfrm>
              <a:off x="1585731" y="1469985"/>
              <a:ext cx="1157469" cy="216001"/>
            </a:xfrm>
            <a:prstGeom prst="rect">
              <a:avLst/>
            </a:prstGeom>
            <a:solidFill>
              <a:srgbClr val="CF1E3D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CF9D9E3B-87F4-B811-EFAD-6746FFAB0D71}"/>
                </a:ext>
              </a:extLst>
            </p:cNvPr>
            <p:cNvSpPr/>
            <p:nvPr/>
          </p:nvSpPr>
          <p:spPr>
            <a:xfrm>
              <a:off x="1585731" y="1685986"/>
              <a:ext cx="1157469" cy="665190"/>
            </a:xfrm>
            <a:prstGeom prst="rect">
              <a:avLst/>
            </a:prstGeom>
            <a:solidFill>
              <a:srgbClr val="FCEFC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신사의 전통</a:t>
              </a:r>
            </a:p>
          </p:txBody>
        </p:sp>
      </p:grp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2886D0EB-1E23-924E-B355-E3F96CA0986D}"/>
              </a:ext>
            </a:extLst>
          </p:cNvPr>
          <p:cNvGrpSpPr/>
          <p:nvPr/>
        </p:nvGrpSpPr>
        <p:grpSpPr>
          <a:xfrm>
            <a:off x="8169126" y="3158284"/>
            <a:ext cx="1782309" cy="1143128"/>
            <a:chOff x="1585731" y="1469985"/>
            <a:chExt cx="1157469" cy="8811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B27C33C1-8907-6878-DC37-59B808E84A5C}"/>
                </a:ext>
              </a:extLst>
            </p:cNvPr>
            <p:cNvSpPr/>
            <p:nvPr/>
          </p:nvSpPr>
          <p:spPr>
            <a:xfrm>
              <a:off x="1585731" y="1469985"/>
              <a:ext cx="1157469" cy="216001"/>
            </a:xfrm>
            <a:prstGeom prst="rect">
              <a:avLst/>
            </a:prstGeom>
            <a:solidFill>
              <a:srgbClr val="CF1E3D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225D7CAF-6109-CA9A-A066-E3AA3F21062B}"/>
                </a:ext>
              </a:extLst>
            </p:cNvPr>
            <p:cNvSpPr/>
            <p:nvPr/>
          </p:nvSpPr>
          <p:spPr>
            <a:xfrm>
              <a:off x="1585731" y="1685986"/>
              <a:ext cx="1157469" cy="665190"/>
            </a:xfrm>
            <a:prstGeom prst="rect">
              <a:avLst/>
            </a:prstGeom>
            <a:solidFill>
              <a:srgbClr val="FCEFC2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교양적인 취향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0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/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200">
                <a:solidFill>
                  <a:srgbClr val="FCEFC2"/>
                </a:solidFill>
                <a:latin typeface="HY견명조"/>
                <a:ea typeface="HY견명조"/>
              </a:rPr>
              <a:t>시대적 상황</a:t>
            </a:r>
          </a:p>
        </p:txBody>
      </p:sp>
      <p:grpSp>
        <p:nvGrpSpPr>
          <p:cNvPr id="146" name="그룹 145"/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/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/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9" name="직사각형 208"/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48" name="직사각형 147"/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149" name="그룹 148"/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/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2" name="직사각형 191"/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3" name="직사각형 192"/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4" name="직사각형 193"/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5" name="직사각형 194"/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6" name="직사각형 195"/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7" name="직사각형 196"/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8" name="직사각형 197"/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9" name="직사각형 198"/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0" name="직사각형 199"/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1" name="직사각형 200"/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2" name="직사각형 201"/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3" name="직사각형 202"/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4" name="직사각형 203"/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5" name="직사각형 204"/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6" name="직사각형 205"/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7" name="직사각형 206"/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150" name="그룹 149"/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/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/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/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/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151" name="그룹 150"/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/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/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/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/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/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82" name="타원 181"/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152" name="그룹 151"/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/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/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/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80" name="타원 145"/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  <p:grpSp>
              <p:nvGrpSpPr>
                <p:cNvPr id="176" name="그룹 175"/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/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78" name="직사각형 177"/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/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/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/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74" name="타원 145"/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  <p:grpSp>
              <p:nvGrpSpPr>
                <p:cNvPr id="170" name="그룹 169"/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/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72" name="직사각형 171"/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/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/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/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68" name="타원 145"/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  <p:grpSp>
              <p:nvGrpSpPr>
                <p:cNvPr id="164" name="그룹 163"/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/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66" name="직사각형 165"/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/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/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/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62" name="타원 145"/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  <p:grpSp>
              <p:nvGrpSpPr>
                <p:cNvPr id="158" name="그룹 157"/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/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sp>
                <p:nvSpPr>
                  <p:cNvPr id="160" name="직사각형 159"/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/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/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/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0" name="직사각형 59"/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4" name="직사각형 63"/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5" name="직사각형 64"/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68" name="그룹 67"/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/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/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8" name="직사각형 107"/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93" name="직사각형 92"/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308" name="그룹 307"/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/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/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40" name="직사각형 339"/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41" name="직사각형 340"/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42" name="직사각형 341"/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310" name="그룹 309"/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/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8" name="직사각형 337"/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311" name="그룹 310"/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/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6" name="이등변 삼각형 335"/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>
                  <a:gd name="adj" fmla="val 50000"/>
                </a:avLst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312" name="직사각형 311"/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313" name="그룹 312"/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/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1" name="직사각형 330"/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2" name="직사각형 331"/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3" name="직사각형 332"/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34" name="직사각형 333"/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314" name="그룹 313"/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/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grpSp>
            <p:nvGrpSpPr>
              <p:cNvPr id="316" name="그룹 315"/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/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327" name="직사각형 326"/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328" name="직사각형 327"/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329" name="직사각형 328"/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317" name="직사각형 316"/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18" name="직사각형 317"/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19" name="직사각형 318"/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20" name="직사각형 319"/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21" name="직사각형 320"/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22" name="직사각형 321"/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23" name="직사각형 322"/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24" name="직사각형 323"/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25" name="직사각형 324"/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407" name="그룹 406"/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/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/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9" name="직사각형 438"/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40" name="직사각형 439"/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41" name="직사각형 440"/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409" name="그룹 408"/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/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7" name="직사각형 436"/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410" name="그룹 409"/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/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5" name="이등변 삼각형 434"/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>
                  <a:gd name="adj" fmla="val 50000"/>
                </a:avLst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411" name="직사각형 410"/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412" name="그룹 411"/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/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0" name="직사각형 429"/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1" name="직사각형 430"/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2" name="직사각형 431"/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33" name="직사각형 432"/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413" name="그룹 412"/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/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grpSp>
            <p:nvGrpSpPr>
              <p:cNvPr id="415" name="그룹 414"/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/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426" name="직사각형 425"/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427" name="직사각형 426"/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428" name="직사각형 427"/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416" name="직사각형 415"/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17" name="직사각형 416"/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18" name="직사각형 417"/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19" name="직사각형 418"/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20" name="직사각형 419"/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21" name="직사각형 420"/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22" name="직사각형 421"/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23" name="직사각형 422"/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24" name="직사각형 423"/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442" name="그룹 441"/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/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4" name="직사각형 443"/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5" name="직사각형 444"/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6" name="직사각형 445"/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7" name="직사각형 446"/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8" name="직사각형 447"/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49" name="직사각형 448"/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0" name="직사각형 449"/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1" name="직사각형 450"/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2" name="직사각형 451"/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3" name="직사각형 452"/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4" name="직사각형 453"/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5" name="직사각형 454"/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6" name="직사각형 455"/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7" name="직사각형 456"/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8" name="직사각형 457"/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59" name="직사각형 458"/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0" name="직사각형 459"/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1" name="직사각형 460"/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2" name="직사각형 461"/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3" name="직사각형 462"/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4" name="직사각형 463"/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65" name="직사각형 464"/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466" name="그룹 465"/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/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68" name="직사각형 467"/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69" name="직사각형 468"/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70" name="직사각형 469"/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71" name="직사각형 470"/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72" name="직사각형 471"/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73" name="직사각형 472"/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74" name="직사각형 473"/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75" name="직사각형 474"/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476" name="그룹 475"/>
          <p:cNvGrpSpPr/>
          <p:nvPr/>
        </p:nvGrpSpPr>
        <p:grpSpPr>
          <a:xfrm>
            <a:off x="10241930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/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/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9" name="직사각형 488"/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0" name="직사각형 489"/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1" name="직사각형 490"/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2" name="직사각형 491"/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3" name="직사각형 492"/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4" name="직사각형 493"/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5" name="직사각형 494"/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6" name="직사각형 495"/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97" name="직사각형 496"/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/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/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5" name="순서도: 수행의 시작/종료 484"/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6" name="순서도: 수행의 시작/종료 485"/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7" name="순서도: 수행의 시작/종료 486"/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grpSp>
          <p:nvGrpSpPr>
            <p:cNvPr id="479" name="그룹 478"/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/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1" name="순서도: 수행의 시작/종료 480"/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2" name="순서도: 수행의 시작/종료 481"/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83" name="순서도: 수행의 시작/종료 482"/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58220FE5-94F9-7AC0-F726-1FCB532697A6}"/>
              </a:ext>
            </a:extLst>
          </p:cNvPr>
          <p:cNvGrpSpPr/>
          <p:nvPr/>
        </p:nvGrpSpPr>
        <p:grpSpPr>
          <a:xfrm>
            <a:off x="861136" y="2159828"/>
            <a:ext cx="4996900" cy="2291725"/>
            <a:chOff x="861136" y="2159828"/>
            <a:chExt cx="4996900" cy="2291725"/>
          </a:xfrm>
        </p:grpSpPr>
        <p:pic>
          <p:nvPicPr>
            <p:cNvPr id="514" name="그림 513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861136" y="2159828"/>
              <a:ext cx="2123657" cy="211941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3BE9A53-A6FE-7FD5-BE54-A987DA3F98DE}"/>
                </a:ext>
              </a:extLst>
            </p:cNvPr>
            <p:cNvGrpSpPr/>
            <p:nvPr/>
          </p:nvGrpSpPr>
          <p:grpSpPr>
            <a:xfrm>
              <a:off x="3231266" y="2159828"/>
              <a:ext cx="1464883" cy="323971"/>
              <a:chOff x="1421672" y="2630480"/>
              <a:chExt cx="1544247" cy="341523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843F9C8E-BB80-1E6B-99DF-8F9ADA3CC691}"/>
                  </a:ext>
                </a:extLst>
              </p:cNvPr>
              <p:cNvSpPr/>
              <p:nvPr/>
            </p:nvSpPr>
            <p:spPr>
              <a:xfrm>
                <a:off x="1421672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D4D42D1-736C-649C-6F44-F54698EB5637}"/>
                  </a:ext>
                </a:extLst>
              </p:cNvPr>
              <p:cNvSpPr/>
              <p:nvPr/>
            </p:nvSpPr>
            <p:spPr>
              <a:xfrm>
                <a:off x="1607044" y="2630826"/>
                <a:ext cx="1358875" cy="34083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작품명 </a:t>
                </a:r>
                <a:r>
                  <a:rPr lang="en-US" altLang="ko-KR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: </a:t>
                </a: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우리들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409DFD0-76FA-115D-36A9-35C16C31BD2E}"/>
                </a:ext>
              </a:extLst>
            </p:cNvPr>
            <p:cNvGrpSpPr/>
            <p:nvPr/>
          </p:nvGrpSpPr>
          <p:grpSpPr>
            <a:xfrm>
              <a:off x="3231266" y="2578762"/>
              <a:ext cx="1948815" cy="323971"/>
              <a:chOff x="1421672" y="2630480"/>
              <a:chExt cx="2054397" cy="341523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0BC80FB1-6A21-2BEB-BB41-EE37DCC6264E}"/>
                  </a:ext>
                </a:extLst>
              </p:cNvPr>
              <p:cNvSpPr/>
              <p:nvPr/>
            </p:nvSpPr>
            <p:spPr>
              <a:xfrm>
                <a:off x="1421672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4E4AFA21-7C15-F876-4232-069523602989}"/>
                  </a:ext>
                </a:extLst>
              </p:cNvPr>
              <p:cNvSpPr/>
              <p:nvPr/>
            </p:nvSpPr>
            <p:spPr>
              <a:xfrm>
                <a:off x="1607043" y="2630830"/>
                <a:ext cx="1869026" cy="34083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작가 </a:t>
                </a:r>
                <a:r>
                  <a:rPr lang="en-US" altLang="ko-KR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: </a:t>
                </a: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예브게니 자먀찐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3950BBB-51FF-5008-57BF-8DBC2B00533D}"/>
                </a:ext>
              </a:extLst>
            </p:cNvPr>
            <p:cNvGrpSpPr/>
            <p:nvPr/>
          </p:nvGrpSpPr>
          <p:grpSpPr>
            <a:xfrm>
              <a:off x="3231266" y="2975392"/>
              <a:ext cx="2626770" cy="1476161"/>
              <a:chOff x="1421672" y="2630480"/>
              <a:chExt cx="2933981" cy="341523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B17D3DDE-CAB7-991F-BBE5-8A86F9D68299}"/>
                  </a:ext>
                </a:extLst>
              </p:cNvPr>
              <p:cNvSpPr/>
              <p:nvPr/>
            </p:nvSpPr>
            <p:spPr>
              <a:xfrm>
                <a:off x="1421672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E4988850-977D-114E-AF91-BDFACBF3AC7F}"/>
                  </a:ext>
                </a:extLst>
              </p:cNvPr>
              <p:cNvSpPr/>
              <p:nvPr/>
            </p:nvSpPr>
            <p:spPr>
              <a:xfrm>
                <a:off x="1607043" y="2630830"/>
                <a:ext cx="2558858" cy="34083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반 유토피아 장르의 초석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통일된 전체주의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조화와 순응의 세계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algn="ctr"/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algn="ctr"/>
                <a:r>
                  <a:rPr lang="ko-KR" altLang="en-US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삶 </a:t>
                </a:r>
                <a:r>
                  <a:rPr lang="en-US" altLang="ko-KR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=‘</a:t>
                </a:r>
                <a:r>
                  <a:rPr lang="ko-KR" altLang="en-US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번호</a:t>
                </a:r>
                <a:r>
                  <a:rPr lang="en-US" altLang="ko-KR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’=</a:t>
                </a:r>
                <a:r>
                  <a:rPr lang="ko-KR" altLang="en-US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 </a:t>
                </a:r>
                <a:r>
                  <a:rPr lang="en-US" altLang="ko-KR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‘</a:t>
                </a:r>
                <a:r>
                  <a:rPr lang="ko-KR" altLang="en-US" sz="1100" b="1" i="0">
                    <a:solidFill>
                      <a:srgbClr val="FF0000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기호</a:t>
                </a:r>
                <a:r>
                  <a:rPr lang="en-US" altLang="ko-KR" sz="1100" b="1" i="0">
                    <a:solidFill>
                      <a:srgbClr val="FF0000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, </a:t>
                </a:r>
                <a:r>
                  <a:rPr lang="ko-KR" altLang="en-US" sz="1100" b="1" i="0">
                    <a:solidFill>
                      <a:srgbClr val="FF0000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숫자</a:t>
                </a:r>
                <a:r>
                  <a:rPr lang="en-US" altLang="ko-KR" sz="1100" b="1" i="0">
                    <a:solidFill>
                      <a:srgbClr val="FF0000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’</a:t>
                </a:r>
                <a:endParaRPr lang="en-US" altLang="ko-KR" sz="1100" b="1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E8AEBB0-3077-A3C2-7F7F-933A0F1AC5E7}"/>
                  </a:ext>
                </a:extLst>
              </p:cNvPr>
              <p:cNvSpPr/>
              <p:nvPr/>
            </p:nvSpPr>
            <p:spPr>
              <a:xfrm>
                <a:off x="4165901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8AA2745F-B839-229C-E6F6-F9A4E58258B9}"/>
              </a:ext>
            </a:extLst>
          </p:cNvPr>
          <p:cNvGrpSpPr/>
          <p:nvPr/>
        </p:nvGrpSpPr>
        <p:grpSpPr>
          <a:xfrm>
            <a:off x="6549045" y="2149659"/>
            <a:ext cx="5008020" cy="2301894"/>
            <a:chOff x="6549045" y="2149659"/>
            <a:chExt cx="5008020" cy="230189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406B761-7DA0-B5D5-BBA7-57A3C795EE5A}"/>
                </a:ext>
              </a:extLst>
            </p:cNvPr>
            <p:cNvGrpSpPr/>
            <p:nvPr/>
          </p:nvGrpSpPr>
          <p:grpSpPr>
            <a:xfrm>
              <a:off x="8930295" y="2159828"/>
              <a:ext cx="1464883" cy="323971"/>
              <a:chOff x="1421672" y="2630480"/>
              <a:chExt cx="1544247" cy="341523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F2AA000-E920-8A9D-2659-BAC5ED2CB9A2}"/>
                  </a:ext>
                </a:extLst>
              </p:cNvPr>
              <p:cNvSpPr/>
              <p:nvPr/>
            </p:nvSpPr>
            <p:spPr>
              <a:xfrm>
                <a:off x="1421672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66B6007-2A06-C9C5-A213-44CC2310B01E}"/>
                  </a:ext>
                </a:extLst>
              </p:cNvPr>
              <p:cNvSpPr/>
              <p:nvPr/>
            </p:nvSpPr>
            <p:spPr>
              <a:xfrm>
                <a:off x="1607044" y="2630826"/>
                <a:ext cx="1358875" cy="34083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작품명 </a:t>
                </a:r>
                <a:r>
                  <a:rPr lang="en-US" altLang="ko-KR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: 1984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31CF6993-4D7F-C605-0558-23CA2D35C834}"/>
                </a:ext>
              </a:extLst>
            </p:cNvPr>
            <p:cNvGrpSpPr/>
            <p:nvPr/>
          </p:nvGrpSpPr>
          <p:grpSpPr>
            <a:xfrm>
              <a:off x="8930295" y="2578762"/>
              <a:ext cx="1948815" cy="323971"/>
              <a:chOff x="1421672" y="2630480"/>
              <a:chExt cx="2054397" cy="341523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9FDD2D2-6817-CB96-78F4-F2E965E8520E}"/>
                  </a:ext>
                </a:extLst>
              </p:cNvPr>
              <p:cNvSpPr/>
              <p:nvPr/>
            </p:nvSpPr>
            <p:spPr>
              <a:xfrm>
                <a:off x="1421672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D4D7DAB-44D7-6394-CE06-2C34C53DDF2E}"/>
                  </a:ext>
                </a:extLst>
              </p:cNvPr>
              <p:cNvSpPr/>
              <p:nvPr/>
            </p:nvSpPr>
            <p:spPr>
              <a:xfrm>
                <a:off x="1607043" y="2630830"/>
                <a:ext cx="1869026" cy="34083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작가 </a:t>
                </a:r>
                <a:r>
                  <a:rPr lang="en-US" altLang="ko-KR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: </a:t>
                </a: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조지 오웰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4821EC5-CA0F-E5D5-F400-6BD86A19C6FF}"/>
                </a:ext>
              </a:extLst>
            </p:cNvPr>
            <p:cNvGrpSpPr/>
            <p:nvPr/>
          </p:nvGrpSpPr>
          <p:grpSpPr>
            <a:xfrm>
              <a:off x="8930295" y="2975392"/>
              <a:ext cx="2626770" cy="1476161"/>
              <a:chOff x="1421672" y="2630480"/>
              <a:chExt cx="2933981" cy="341523"/>
            </a:xfrm>
          </p:grpSpPr>
          <p:sp>
            <p:nvSpPr>
              <p:cNvPr id="498" name="직사각형 497">
                <a:extLst>
                  <a:ext uri="{FF2B5EF4-FFF2-40B4-BE49-F238E27FC236}">
                    <a16:creationId xmlns:a16="http://schemas.microsoft.com/office/drawing/2014/main" id="{6BEB0265-383F-382F-20AC-D828F4E9640B}"/>
                  </a:ext>
                </a:extLst>
              </p:cNvPr>
              <p:cNvSpPr/>
              <p:nvPr/>
            </p:nvSpPr>
            <p:spPr>
              <a:xfrm>
                <a:off x="1421672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499" name="직사각형 498">
                <a:extLst>
                  <a:ext uri="{FF2B5EF4-FFF2-40B4-BE49-F238E27FC236}">
                    <a16:creationId xmlns:a16="http://schemas.microsoft.com/office/drawing/2014/main" id="{22B424B1-6BB7-D234-D5A7-C4F4BCC6EB96}"/>
                  </a:ext>
                </a:extLst>
              </p:cNvPr>
              <p:cNvSpPr/>
              <p:nvPr/>
            </p:nvSpPr>
            <p:spPr>
              <a:xfrm>
                <a:off x="1607043" y="2630830"/>
                <a:ext cx="2558858" cy="34083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전체주의적 사고</a:t>
                </a:r>
                <a:r>
                  <a:rPr lang="en-US" altLang="ko-KR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‘</a:t>
                </a: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만</a:t>
                </a:r>
                <a:r>
                  <a:rPr lang="en-US" altLang="ko-KR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’</a:t>
                </a: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가능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rgbClr val="353B6D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획일화된 인간</a:t>
                </a: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100">
                  <a:solidFill>
                    <a:srgbClr val="353B6D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  <a:p>
                <a:pPr algn="ctr"/>
                <a:r>
                  <a:rPr lang="ko-KR" altLang="en-US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억압</a:t>
                </a:r>
                <a:r>
                  <a:rPr lang="en-US" altLang="ko-KR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, </a:t>
                </a:r>
                <a:r>
                  <a:rPr lang="ko-KR" altLang="en-US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통제 </a:t>
                </a:r>
                <a:r>
                  <a:rPr lang="en-US" altLang="ko-KR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= </a:t>
                </a:r>
                <a:r>
                  <a:rPr lang="ko-KR" altLang="en-US" sz="1100" b="1">
                    <a:solidFill>
                      <a:srgbClr val="FF0000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정신 지배만 가능</a:t>
                </a:r>
                <a:endParaRPr lang="en-US" altLang="ko-KR" sz="1100" b="1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500" name="직사각형 499">
                <a:extLst>
                  <a:ext uri="{FF2B5EF4-FFF2-40B4-BE49-F238E27FC236}">
                    <a16:creationId xmlns:a16="http://schemas.microsoft.com/office/drawing/2014/main" id="{28228071-7830-7816-8649-FC1211FD1D13}"/>
                  </a:ext>
                </a:extLst>
              </p:cNvPr>
              <p:cNvSpPr/>
              <p:nvPr/>
            </p:nvSpPr>
            <p:spPr>
              <a:xfrm>
                <a:off x="4165901" y="2630480"/>
                <a:ext cx="189752" cy="341523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100"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  <p:pic>
          <p:nvPicPr>
            <p:cNvPr id="1026" name="Picture 2" descr="1984(소설) - 나무위키">
              <a:extLst>
                <a:ext uri="{FF2B5EF4-FFF2-40B4-BE49-F238E27FC236}">
                  <a16:creationId xmlns:a16="http://schemas.microsoft.com/office/drawing/2014/main" id="{12F9A363-C191-6F16-7513-B080647F3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9045" y="2149659"/>
              <a:ext cx="2134777" cy="213477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505" name="직사각형 504">
            <a:extLst>
              <a:ext uri="{FF2B5EF4-FFF2-40B4-BE49-F238E27FC236}">
                <a16:creationId xmlns:a16="http://schemas.microsoft.com/office/drawing/2014/main" id="{A1F6EBC6-66E0-ACE1-A014-0637E4725DAB}"/>
              </a:ext>
            </a:extLst>
          </p:cNvPr>
          <p:cNvSpPr/>
          <p:nvPr/>
        </p:nvSpPr>
        <p:spPr>
          <a:xfrm>
            <a:off x="4137661" y="5249773"/>
            <a:ext cx="3916680" cy="507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언어를 통한 여러 양상의 </a:t>
            </a:r>
            <a:r>
              <a:rPr lang="en-US" altLang="ko-KR">
                <a:solidFill>
                  <a:schemeClr val="bg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>
                <a:solidFill>
                  <a:schemeClr val="bg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통제</a:t>
            </a:r>
            <a:r>
              <a:rPr lang="en-US" altLang="ko-KR">
                <a:solidFill>
                  <a:schemeClr val="bg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’</a:t>
            </a:r>
            <a:endParaRPr lang="ko-KR" altLang="en-US">
              <a:solidFill>
                <a:schemeClr val="bg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564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시대적 상황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46" name="액자 245">
            <a:extLst>
              <a:ext uri="{FF2B5EF4-FFF2-40B4-BE49-F238E27FC236}">
                <a16:creationId xmlns:a16="http://schemas.microsoft.com/office/drawing/2014/main" id="{E2A59F7D-6CC7-05AE-9027-5C482410CB9B}"/>
              </a:ext>
            </a:extLst>
          </p:cNvPr>
          <p:cNvSpPr/>
          <p:nvPr/>
        </p:nvSpPr>
        <p:spPr>
          <a:xfrm>
            <a:off x="3428462" y="2229752"/>
            <a:ext cx="5335071" cy="522855"/>
          </a:xfrm>
          <a:prstGeom prst="frame">
            <a:avLst/>
          </a:prstGeom>
          <a:solidFill>
            <a:srgbClr val="353B6D"/>
          </a:solidFill>
          <a:ln>
            <a:solidFill>
              <a:srgbClr val="353B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모더니즘이란</a:t>
            </a:r>
            <a:r>
              <a:rPr lang="en-US" altLang="ko-KR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  <a:endParaRPr lang="ko-KR" altLang="en-US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9043A15-CAB4-DE01-F635-B612E426F07C}"/>
              </a:ext>
            </a:extLst>
          </p:cNvPr>
          <p:cNvSpPr txBox="1"/>
          <p:nvPr/>
        </p:nvSpPr>
        <p:spPr>
          <a:xfrm>
            <a:off x="2022700" y="3628403"/>
            <a:ext cx="814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solidFill>
                  <a:srgbClr val="0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사상</a:t>
            </a:r>
            <a:r>
              <a:rPr lang="en-US" altLang="ko-KR">
                <a:solidFill>
                  <a:srgbClr val="0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  <a:r>
              <a:rPr lang="ko-KR" altLang="en-US">
                <a:solidFill>
                  <a:srgbClr val="0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형식</a:t>
            </a:r>
            <a:r>
              <a:rPr lang="en-US" altLang="ko-KR">
                <a:solidFill>
                  <a:srgbClr val="0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  <a:r>
              <a:rPr lang="ko-KR" altLang="en-US">
                <a:solidFill>
                  <a:srgbClr val="0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문체 따위가 전통적인 기반에서 급진적으로 벗어나려는 창작태도</a:t>
            </a:r>
            <a:endParaRPr lang="ko-KR" altLang="en-US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975D93B-FD71-4102-76D4-2D9F6328A561}"/>
              </a:ext>
            </a:extLst>
          </p:cNvPr>
          <p:cNvSpPr txBox="1"/>
          <p:nvPr/>
        </p:nvSpPr>
        <p:spPr>
          <a:xfrm>
            <a:off x="1635394" y="3161792"/>
            <a:ext cx="96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>
                <a:latin typeface="HY견명조" panose="02030600000101010101" pitchFamily="18" charset="-127"/>
                <a:ea typeface="HY견명조" panose="02030600000101010101" pitchFamily="18" charset="-127"/>
              </a:rPr>
              <a:t>명사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6A4CB4-AC19-15F9-29CE-7443017A9250}"/>
              </a:ext>
            </a:extLst>
          </p:cNvPr>
          <p:cNvSpPr txBox="1"/>
          <p:nvPr/>
        </p:nvSpPr>
        <p:spPr>
          <a:xfrm>
            <a:off x="2692319" y="4702213"/>
            <a:ext cx="680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latin typeface="HY견명조" panose="02030600000101010101" pitchFamily="18" charset="-127"/>
                <a:ea typeface="HY견명조" panose="02030600000101010101" pitchFamily="18" charset="-127"/>
              </a:rPr>
              <a:t>현대 문명에 대하여 비판적이고 미래에 대해서는 반유토피아적</a:t>
            </a:r>
          </a:p>
        </p:txBody>
      </p:sp>
      <p:sp>
        <p:nvSpPr>
          <p:cNvPr id="245" name="화살표: 줄무늬가 있는 오른쪽 244">
            <a:extLst>
              <a:ext uri="{FF2B5EF4-FFF2-40B4-BE49-F238E27FC236}">
                <a16:creationId xmlns:a16="http://schemas.microsoft.com/office/drawing/2014/main" id="{81457E6A-B792-1538-7938-A7D15422FA88}"/>
              </a:ext>
            </a:extLst>
          </p:cNvPr>
          <p:cNvSpPr/>
          <p:nvPr/>
        </p:nvSpPr>
        <p:spPr>
          <a:xfrm rot="5400000">
            <a:off x="5836625" y="4143687"/>
            <a:ext cx="518751" cy="412573"/>
          </a:xfrm>
          <a:prstGeom prst="strip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70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시대적 상황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CDCD6E-5235-DB5F-0094-2291F8686A14}"/>
              </a:ext>
            </a:extLst>
          </p:cNvPr>
          <p:cNvGrpSpPr/>
          <p:nvPr/>
        </p:nvGrpSpPr>
        <p:grpSpPr>
          <a:xfrm>
            <a:off x="1221797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73739E-9DF4-4543-82CA-487F025180E3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758D4DF-AF34-5C23-B75B-D6E576C470EE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FCEAC78-148A-B867-82C4-428C47298E42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E9CDF6-26E4-516F-6738-55C140A3B17B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0D16FAD-E9E3-2FF6-438B-DE8B799AFF83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64CA1AC-7F25-9199-988B-308E2DEA1D8D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F25B223-633E-22F9-ABD6-764F34F3B88A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B38314F-72A0-3556-6670-7D4948A2DD52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D9B1963-FB64-AF9E-2A4C-A97D345AC177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677CEE-F717-0476-2612-0590E306A08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03E112E-33FA-1388-9130-14CC59D3AA23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CE3EC5-483B-94F8-00D4-A7A74002C8A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54167C-0628-F1F7-4A7A-BEE61940D1FB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순서도: 수행의 시작/종료 20">
                <a:extLst>
                  <a:ext uri="{FF2B5EF4-FFF2-40B4-BE49-F238E27FC236}">
                    <a16:creationId xmlns:a16="http://schemas.microsoft.com/office/drawing/2014/main" id="{DC52D215-9BD9-FEF6-CE7B-9325379E36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순서도: 수행의 시작/종료 21">
                <a:extLst>
                  <a:ext uri="{FF2B5EF4-FFF2-40B4-BE49-F238E27FC236}">
                    <a16:creationId xmlns:a16="http://schemas.microsoft.com/office/drawing/2014/main" id="{41DCD674-741B-2CF3-0DD0-8A384E2CE663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순서도: 수행의 시작/종료 22">
                <a:extLst>
                  <a:ext uri="{FF2B5EF4-FFF2-40B4-BE49-F238E27FC236}">
                    <a16:creationId xmlns:a16="http://schemas.microsoft.com/office/drawing/2014/main" id="{DA6536CD-1E0D-E82A-14B0-E97E454FF007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09BE6A1-A14A-9D6B-34C7-9E5D9BEC80B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16" name="순서도: 수행의 시작/종료 15">
                <a:extLst>
                  <a:ext uri="{FF2B5EF4-FFF2-40B4-BE49-F238E27FC236}">
                    <a16:creationId xmlns:a16="http://schemas.microsoft.com/office/drawing/2014/main" id="{88442877-6C7B-79B8-307C-B984CB9FCC3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순서도: 수행의 시작/종료 16">
                <a:extLst>
                  <a:ext uri="{FF2B5EF4-FFF2-40B4-BE49-F238E27FC236}">
                    <a16:creationId xmlns:a16="http://schemas.microsoft.com/office/drawing/2014/main" id="{8B739E78-3A57-7029-0866-D71A10866EEA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순서도: 수행의 시작/종료 17">
                <a:extLst>
                  <a:ext uri="{FF2B5EF4-FFF2-40B4-BE49-F238E27FC236}">
                    <a16:creationId xmlns:a16="http://schemas.microsoft.com/office/drawing/2014/main" id="{C7AEDD59-3BB7-5D9E-52D9-7D247E0FB15F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순서도: 수행의 시작/종료 18">
                <a:extLst>
                  <a:ext uri="{FF2B5EF4-FFF2-40B4-BE49-F238E27FC236}">
                    <a16:creationId xmlns:a16="http://schemas.microsoft.com/office/drawing/2014/main" id="{7EA67079-E5F6-5029-ADC4-B266FFC7454F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2235756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1125032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AA7C958-3570-A53C-A6C7-F27893430952}"/>
              </a:ext>
            </a:extLst>
          </p:cNvPr>
          <p:cNvGrpSpPr/>
          <p:nvPr/>
        </p:nvGrpSpPr>
        <p:grpSpPr>
          <a:xfrm>
            <a:off x="10630152" y="5469927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2AD53C-63D2-F10B-D7E6-D286157B0BF2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2BB1BFD-21EB-DA2D-C8E7-C9C7DFE7255E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8EA713D-166B-CE23-1872-149D825209DF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CF11F2F-DC73-1E92-79CF-F24C4E08BA11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A101AD5-149C-7BF6-F671-EC184BE5B06E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7899308-707E-6204-7E9B-283825D7DF94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3DD8B33-C4D4-3C5E-468B-7FF2062D240F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9FB5879-E11D-667A-6873-32797299C41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BFFDD81-7997-35C2-28C4-56B8C46DC769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0AD52B5-AAA0-2EF8-5B9E-78CBEB9AF3A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46DCCD04-7B72-6DA6-B7B3-57AB96C6DCA6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FF4A0BB-0990-CF50-4193-7902BFE2898A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C6B655F-A0B1-DD36-BC8F-620628BE8FB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AACA21F-845D-3203-C039-D47EAE8F1AE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9054E07-AAEA-A380-527F-667B8D6D4B4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0A966470-AA26-3458-D9B8-CBAD90860036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C8A64107-4186-2DA7-C887-17C409C5B9E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F8F57448-3E8F-89EB-04B5-F708AD599DCE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75AD5EF-5C77-E1DC-11A7-20A42ED0CE63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F1E8B28-7844-0EC6-349D-7A78EC5197D3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28AE6003-3BF1-D6C4-F34C-5115E1983781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348731D9-F1C4-6FBC-6C23-639E4D57E1BA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DF6CC598-908C-D131-8723-D8FBA6D2B12F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C67FAD0E-6071-A45E-0983-43F82CE2A31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23468198-0981-91A9-CAE8-3CEEF5A8664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A230307-0DF4-F1E8-281B-57B6BBDC09F0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D7038318-393C-D04C-8A10-689B9822E8F2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553BB7A9-E911-C03C-3063-3842E4302DC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CA70BD4-45C9-624C-DE8F-C06FE3D98588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DC9FF702-8BA6-484D-B82B-466021A92518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3B679B43-2B47-8983-C497-6E7A0B83E2C9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4EE22160-5452-9EEA-9D08-23649524ABC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32C63EE-CC62-F145-CA20-F40297AD5E5C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106C8F0-0EBA-C803-D915-FDAFAA5BDD4C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247876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5A09EEF-5FD8-185D-C8F0-F62D6F7EDA58}"/>
              </a:ext>
            </a:extLst>
          </p:cNvPr>
          <p:cNvGrpSpPr/>
          <p:nvPr/>
        </p:nvGrpSpPr>
        <p:grpSpPr>
          <a:xfrm>
            <a:off x="10121531" y="5745349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4C91CBEC-D773-3DDC-735E-92D67ED3882E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6D003E1B-9D8D-ED9F-87CC-5EA2E408FB3F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51FE885-61F5-7B00-6785-6B442964E1AF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274BF4C8-D20F-63AD-5FFC-CBAEA29A72B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8446326-5E1C-68AF-F8E9-DC7F9F9C32E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FE248FA-E55B-B78F-113F-AE112742C118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A4258E11-78F5-78A0-EA63-BB8851FD6612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AC1BC8D-2535-F5A0-EF69-78C7852F3A8E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9EB684B3-0B7F-F5E2-10CA-CD4EBC86814B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A2B0F66-10B3-6749-116A-CA62F88C66F2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4E57C8A8-2870-B5BA-6078-3779BD3D533B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C108E5-D47C-E1C2-CC06-15D75B0DBEA8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A8CEDC50-5D56-1EFA-D5FB-74A90E4E56A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30517EA-A1DB-F6D7-F736-6FDAE35D813E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C3FAA4-D694-A72C-F996-F2653418AEA5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BA92A3F-0710-8429-AFC0-B49831A0CED2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5542C60C-EC88-69B9-FF45-653593361235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A615F5FC-C991-C0FA-1AA1-4C7A079A6B1D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2D9533F-12F1-68FB-AB61-7F737FB27F9E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85A1F8AF-C3F5-26BE-6C24-14531BA55D28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7BC53DC-48F0-898F-A925-82E8539B83B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7C3A7A6E-B0E4-9BDA-4496-D752AAACE33D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8AED8C16-DA9D-000D-BA52-0F32AE8678B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4" name="그룹 233">
              <a:extLst>
                <a:ext uri="{FF2B5EF4-FFF2-40B4-BE49-F238E27FC236}">
                  <a16:creationId xmlns:a16="http://schemas.microsoft.com/office/drawing/2014/main" id="{A9280C68-E5D5-4125-4906-F7E0CEB29647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3A8F3E18-1675-D980-DA1F-6BF2B42F5D61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B849FEAC-5CFC-CAD3-D344-C694F7F06202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FA3DBF62-C5FB-8F5E-F715-59DD8F5F7D3B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2BC900D9-D3EF-6CB4-4E29-3180829144E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7D61742-856A-8314-659B-3892CCAFCD9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1BBE0103-EA5F-EE36-F010-7CCAC101131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D9BFF74-E39A-EA52-67F3-A12C7BB16E64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78D8A343-DBAD-35D1-0162-7F1184E9C0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1407EB4E-CA05-4581-620D-C82614A6A77C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46" name="액자 245">
            <a:extLst>
              <a:ext uri="{FF2B5EF4-FFF2-40B4-BE49-F238E27FC236}">
                <a16:creationId xmlns:a16="http://schemas.microsoft.com/office/drawing/2014/main" id="{E2A59F7D-6CC7-05AE-9027-5C482410CB9B}"/>
              </a:ext>
            </a:extLst>
          </p:cNvPr>
          <p:cNvSpPr/>
          <p:nvPr/>
        </p:nvSpPr>
        <p:spPr>
          <a:xfrm>
            <a:off x="3428462" y="2229752"/>
            <a:ext cx="5335071" cy="522855"/>
          </a:xfrm>
          <a:prstGeom prst="frame">
            <a:avLst/>
          </a:prstGeom>
          <a:solidFill>
            <a:srgbClr val="353B6D"/>
          </a:solidFill>
          <a:ln>
            <a:solidFill>
              <a:srgbClr val="353B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모더니즘이란</a:t>
            </a:r>
            <a:r>
              <a:rPr lang="en-US" altLang="ko-KR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  <a:endParaRPr lang="ko-KR" altLang="en-US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5CE59FCA-A590-36D5-F117-238BFF3A7594}"/>
              </a:ext>
            </a:extLst>
          </p:cNvPr>
          <p:cNvGrpSpPr/>
          <p:nvPr/>
        </p:nvGrpSpPr>
        <p:grpSpPr>
          <a:xfrm>
            <a:off x="2886840" y="5500262"/>
            <a:ext cx="6415087" cy="449619"/>
            <a:chOff x="2886840" y="3207681"/>
            <a:chExt cx="6415087" cy="449619"/>
          </a:xfrm>
          <a:solidFill>
            <a:srgbClr val="FCEFC2"/>
          </a:solidFill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2048401B-BE82-410D-8A6C-6E6C43A34DE9}"/>
                </a:ext>
              </a:extLst>
            </p:cNvPr>
            <p:cNvSpPr/>
            <p:nvPr/>
          </p:nvSpPr>
          <p:spPr>
            <a:xfrm>
              <a:off x="5095091" y="3207681"/>
              <a:ext cx="2001818" cy="4496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실존주의</a:t>
              </a:r>
            </a:p>
          </p:txBody>
        </p:sp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AA1AC92D-9AAB-1D7C-CB45-D9885297D0B5}"/>
                </a:ext>
              </a:extLst>
            </p:cNvPr>
            <p:cNvSpPr/>
            <p:nvPr/>
          </p:nvSpPr>
          <p:spPr>
            <a:xfrm>
              <a:off x="7300109" y="3207682"/>
              <a:ext cx="2001818" cy="4496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초월적 순간</a:t>
              </a:r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EADD5046-620E-75AE-84B5-C63C4064F279}"/>
                </a:ext>
              </a:extLst>
            </p:cNvPr>
            <p:cNvSpPr/>
            <p:nvPr/>
          </p:nvSpPr>
          <p:spPr>
            <a:xfrm>
              <a:off x="2886840" y="3207682"/>
              <a:ext cx="2001818" cy="4496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설격묘사</a:t>
              </a:r>
            </a:p>
          </p:txBody>
        </p: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B8927CE5-5A7D-5FCB-D4C3-C480A7CC25F5}"/>
              </a:ext>
            </a:extLst>
          </p:cNvPr>
          <p:cNvGrpSpPr/>
          <p:nvPr/>
        </p:nvGrpSpPr>
        <p:grpSpPr>
          <a:xfrm>
            <a:off x="1953625" y="3144730"/>
            <a:ext cx="8284745" cy="449618"/>
            <a:chOff x="1953625" y="2626000"/>
            <a:chExt cx="8284745" cy="449618"/>
          </a:xfrm>
          <a:solidFill>
            <a:srgbClr val="FCEFC2"/>
          </a:solidFill>
        </p:grpSpPr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A95FCDA1-3C4F-5B23-C786-FCF11FC89421}"/>
                </a:ext>
              </a:extLst>
            </p:cNvPr>
            <p:cNvSpPr/>
            <p:nvPr/>
          </p:nvSpPr>
          <p:spPr>
            <a:xfrm>
              <a:off x="4158648" y="2626000"/>
              <a:ext cx="3874704" cy="4496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전통기법의 탈피와 혁신</a:t>
              </a:r>
            </a:p>
          </p:txBody>
        </p: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B756A7D5-F30C-D141-38F7-2C8EC2A51F78}"/>
                </a:ext>
              </a:extLst>
            </p:cNvPr>
            <p:cNvSpPr/>
            <p:nvPr/>
          </p:nvSpPr>
          <p:spPr>
            <a:xfrm>
              <a:off x="1953625" y="2626000"/>
              <a:ext cx="2001818" cy="4496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형식의 혁신 </a:t>
              </a:r>
            </a:p>
          </p:txBody>
        </p:sp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389634E9-CFAC-E9B4-3EE7-6CAB47D0DF1C}"/>
                </a:ext>
              </a:extLst>
            </p:cNvPr>
            <p:cNvSpPr/>
            <p:nvPr/>
          </p:nvSpPr>
          <p:spPr>
            <a:xfrm>
              <a:off x="8236552" y="2626000"/>
              <a:ext cx="2001818" cy="4496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의식의 흐름</a:t>
              </a:r>
            </a:p>
          </p:txBody>
        </p:sp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8C9EC276-F043-7E19-A415-30BF61F57C95}"/>
              </a:ext>
            </a:extLst>
          </p:cNvPr>
          <p:cNvGrpSpPr/>
          <p:nvPr/>
        </p:nvGrpSpPr>
        <p:grpSpPr>
          <a:xfrm>
            <a:off x="2645211" y="4311067"/>
            <a:ext cx="6656716" cy="472477"/>
            <a:chOff x="2645211" y="4310910"/>
            <a:chExt cx="6656716" cy="472477"/>
          </a:xfrm>
          <a:solidFill>
            <a:srgbClr val="FCEFC2"/>
          </a:solidFill>
        </p:grpSpPr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9FAE0E00-FBE6-00FD-9D36-ED35EF201851}"/>
                </a:ext>
              </a:extLst>
            </p:cNvPr>
            <p:cNvSpPr/>
            <p:nvPr/>
          </p:nvSpPr>
          <p:spPr>
            <a:xfrm>
              <a:off x="5095091" y="4311336"/>
              <a:ext cx="2001818" cy="472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신화의 기용</a:t>
              </a:r>
            </a:p>
          </p:txBody>
        </p:sp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1CB9C1EA-AC02-6D7F-5566-57F37530390D}"/>
                </a:ext>
              </a:extLst>
            </p:cNvPr>
            <p:cNvSpPr/>
            <p:nvPr/>
          </p:nvSpPr>
          <p:spPr>
            <a:xfrm>
              <a:off x="2645211" y="4310910"/>
              <a:ext cx="2246680" cy="472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새로운 시간관</a:t>
              </a:r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2074B0E1-F6BC-7853-5BBD-E190F516007A}"/>
                </a:ext>
              </a:extLst>
            </p:cNvPr>
            <p:cNvSpPr/>
            <p:nvPr/>
          </p:nvSpPr>
          <p:spPr>
            <a:xfrm>
              <a:off x="7300109" y="4310911"/>
              <a:ext cx="2001818" cy="472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solidFill>
                    <a:srgbClr val="3A4076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이미지즘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15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줄거리 요약</a:t>
            </a:r>
            <a:endParaRPr lang="ko-KR" altLang="en-US" sz="3200"/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aphicFrame>
        <p:nvGraphicFramePr>
          <p:cNvPr id="12" name="다이어그램 11">
            <a:extLst>
              <a:ext uri="{FF2B5EF4-FFF2-40B4-BE49-F238E27FC236}">
                <a16:creationId xmlns:a16="http://schemas.microsoft.com/office/drawing/2014/main" id="{50A76AEB-4762-8502-4161-EE90C76328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485347"/>
              </p:ext>
            </p:extLst>
          </p:nvPr>
        </p:nvGraphicFramePr>
        <p:xfrm>
          <a:off x="2788407" y="2137489"/>
          <a:ext cx="6615186" cy="4410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162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주요 개념</a:t>
            </a: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334C1A-C518-4401-8804-A8043FFE8591}"/>
              </a:ext>
            </a:extLst>
          </p:cNvPr>
          <p:cNvSpPr/>
          <p:nvPr/>
        </p:nvSpPr>
        <p:spPr>
          <a:xfrm>
            <a:off x="1926279" y="2203807"/>
            <a:ext cx="1044922" cy="488813"/>
          </a:xfrm>
          <a:prstGeom prst="rect">
            <a:avLst/>
          </a:prstGeom>
          <a:noFill/>
          <a:ln w="28575">
            <a:solidFill>
              <a:srgbClr val="F6D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err="1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계급제</a:t>
            </a:r>
            <a:endParaRPr lang="ko-KR" altLang="en-US" sz="160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6D7ACF1-19CD-4DA9-0892-56DFE38843FB}"/>
              </a:ext>
            </a:extLst>
          </p:cNvPr>
          <p:cNvGrpSpPr/>
          <p:nvPr/>
        </p:nvGrpSpPr>
        <p:grpSpPr>
          <a:xfrm>
            <a:off x="2241310" y="2425727"/>
            <a:ext cx="3664734" cy="3026456"/>
            <a:chOff x="2241310" y="2425727"/>
            <a:chExt cx="3664734" cy="3026456"/>
          </a:xfrm>
        </p:grpSpPr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BBCFA1C6-CF46-5D6E-5A32-62BCA6C48BD3}"/>
                </a:ext>
              </a:extLst>
            </p:cNvPr>
            <p:cNvSpPr/>
            <p:nvPr/>
          </p:nvSpPr>
          <p:spPr>
            <a:xfrm>
              <a:off x="4272679" y="3508084"/>
              <a:ext cx="774033" cy="2448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감마 </a:t>
              </a:r>
              <a:r>
                <a:rPr lang="el-GR" altLang="ko-KR" sz="1200" b="0" i="0" dirty="0">
                  <a:solidFill>
                    <a:schemeClr val="tx1"/>
                  </a:solidFill>
                  <a:effectLst/>
                  <a:latin typeface="HY견명조" panose="02030600000101010101" pitchFamily="18" charset="-127"/>
                  <a:ea typeface="HY견명조" panose="02030600000101010101" pitchFamily="18" charset="-127"/>
                </a:rPr>
                <a:t>γ</a:t>
              </a:r>
              <a:r>
                <a:rPr lang="ko-KR" altLang="en-US" sz="12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</a:t>
              </a: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A5CEE9AA-74A4-B564-36CC-22F916014B23}"/>
                </a:ext>
              </a:extLst>
            </p:cNvPr>
            <p:cNvSpPr/>
            <p:nvPr/>
          </p:nvSpPr>
          <p:spPr>
            <a:xfrm>
              <a:off x="4610879" y="4007065"/>
              <a:ext cx="729567" cy="2448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델타 </a:t>
              </a:r>
              <a:r>
                <a:rPr lang="el-GR" altLang="ko-KR" sz="1200" b="0" i="0" dirty="0">
                  <a:solidFill>
                    <a:schemeClr val="tx1"/>
                  </a:solidFill>
                  <a:effectLst/>
                  <a:latin typeface="HY견명조" panose="02030600000101010101" pitchFamily="18" charset="-127"/>
                  <a:ea typeface="HY견명조" panose="02030600000101010101" pitchFamily="18" charset="-127"/>
                </a:rPr>
                <a:t>δ</a:t>
              </a:r>
              <a:r>
                <a:rPr lang="ko-KR" altLang="en-US" sz="12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 </a:t>
              </a:r>
            </a:p>
          </p:txBody>
        </p: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8D9BA04B-BD2A-7574-FF18-818200E9A431}"/>
                </a:ext>
              </a:extLst>
            </p:cNvPr>
            <p:cNvGrpSpPr/>
            <p:nvPr/>
          </p:nvGrpSpPr>
          <p:grpSpPr>
            <a:xfrm>
              <a:off x="2241310" y="2425727"/>
              <a:ext cx="3664734" cy="3026456"/>
              <a:chOff x="4380956" y="2262936"/>
              <a:chExt cx="4665448" cy="3852878"/>
            </a:xfrm>
          </p:grpSpPr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7FF77FAC-CE7B-4FF6-9F91-AA35E7A0C5C3}"/>
                  </a:ext>
                </a:extLst>
              </p:cNvPr>
              <p:cNvGrpSpPr/>
              <p:nvPr/>
            </p:nvGrpSpPr>
            <p:grpSpPr>
              <a:xfrm>
                <a:off x="4380956" y="2262936"/>
                <a:ext cx="3737696" cy="3852878"/>
                <a:chOff x="4380956" y="2262936"/>
                <a:chExt cx="3737696" cy="3852878"/>
              </a:xfrm>
            </p:grpSpPr>
            <p:grpSp>
              <p:nvGrpSpPr>
                <p:cNvPr id="222" name="그룹 221">
                  <a:extLst>
                    <a:ext uri="{FF2B5EF4-FFF2-40B4-BE49-F238E27FC236}">
                      <a16:creationId xmlns:a16="http://schemas.microsoft.com/office/drawing/2014/main" id="{7ECCC441-45A5-7D55-447A-1491BA903CCD}"/>
                    </a:ext>
                  </a:extLst>
                </p:cNvPr>
                <p:cNvGrpSpPr/>
                <p:nvPr/>
              </p:nvGrpSpPr>
              <p:grpSpPr>
                <a:xfrm>
                  <a:off x="5934956" y="2262936"/>
                  <a:ext cx="629692" cy="649097"/>
                  <a:chOff x="6162990" y="2652851"/>
                  <a:chExt cx="545616" cy="562430"/>
                </a:xfrm>
                <a:solidFill>
                  <a:srgbClr val="FF0000"/>
                </a:solidFill>
              </p:grpSpPr>
              <p:sp>
                <p:nvSpPr>
                  <p:cNvPr id="214" name="자유형: 도형 213">
                    <a:extLst>
                      <a:ext uri="{FF2B5EF4-FFF2-40B4-BE49-F238E27FC236}">
                        <a16:creationId xmlns:a16="http://schemas.microsoft.com/office/drawing/2014/main" id="{11EADFA1-987E-F02E-B27E-82D7DF32D49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294543" y="2798334"/>
                    <a:ext cx="557642" cy="270485"/>
                  </a:xfrm>
                  <a:custGeom>
                    <a:avLst/>
                    <a:gdLst>
                      <a:gd name="connsiteX0" fmla="*/ 0 w 557642"/>
                      <a:gd name="connsiteY0" fmla="*/ 270485 h 270485"/>
                      <a:gd name="connsiteX1" fmla="*/ 466355 w 557642"/>
                      <a:gd name="connsiteY1" fmla="*/ 0 h 270485"/>
                      <a:gd name="connsiteX2" fmla="*/ 557642 w 557642"/>
                      <a:gd name="connsiteY2" fmla="*/ 270485 h 270485"/>
                      <a:gd name="connsiteX3" fmla="*/ 0 w 557642"/>
                      <a:gd name="connsiteY3" fmla="*/ 270485 h 2704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57642" h="270485">
                        <a:moveTo>
                          <a:pt x="0" y="270485"/>
                        </a:moveTo>
                        <a:lnTo>
                          <a:pt x="466355" y="0"/>
                        </a:lnTo>
                        <a:lnTo>
                          <a:pt x="557642" y="270485"/>
                        </a:lnTo>
                        <a:lnTo>
                          <a:pt x="0" y="270485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58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  <p:sp>
                <p:nvSpPr>
                  <p:cNvPr id="145" name="자유형: 도형 144">
                    <a:extLst>
                      <a:ext uri="{FF2B5EF4-FFF2-40B4-BE49-F238E27FC236}">
                        <a16:creationId xmlns:a16="http://schemas.microsoft.com/office/drawing/2014/main" id="{EDC1804E-C0BD-7F48-E8E3-C63CDEBB295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19341" y="2796500"/>
                    <a:ext cx="562430" cy="275131"/>
                  </a:xfrm>
                  <a:custGeom>
                    <a:avLst/>
                    <a:gdLst>
                      <a:gd name="connsiteX0" fmla="*/ 0 w 562430"/>
                      <a:gd name="connsiteY0" fmla="*/ 1105 h 275131"/>
                      <a:gd name="connsiteX1" fmla="*/ 1905 w 562430"/>
                      <a:gd name="connsiteY1" fmla="*/ 0 h 275131"/>
                      <a:gd name="connsiteX2" fmla="*/ 559547 w 562430"/>
                      <a:gd name="connsiteY2" fmla="*/ 0 h 275131"/>
                      <a:gd name="connsiteX3" fmla="*/ 562430 w 562430"/>
                      <a:gd name="connsiteY3" fmla="*/ 8542 h 275131"/>
                      <a:gd name="connsiteX4" fmla="*/ 472458 w 562430"/>
                      <a:gd name="connsiteY4" fmla="*/ 275131 h 275131"/>
                      <a:gd name="connsiteX5" fmla="*/ 0 w 562430"/>
                      <a:gd name="connsiteY5" fmla="*/ 1105 h 275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62430" h="275131">
                        <a:moveTo>
                          <a:pt x="0" y="1105"/>
                        </a:moveTo>
                        <a:lnTo>
                          <a:pt x="1905" y="0"/>
                        </a:lnTo>
                        <a:lnTo>
                          <a:pt x="559547" y="0"/>
                        </a:lnTo>
                        <a:lnTo>
                          <a:pt x="562430" y="8542"/>
                        </a:lnTo>
                        <a:lnTo>
                          <a:pt x="472458" y="275131"/>
                        </a:lnTo>
                        <a:lnTo>
                          <a:pt x="0" y="1105"/>
                        </a:lnTo>
                        <a:close/>
                      </a:path>
                    </a:pathLst>
                  </a:custGeom>
                  <a:solidFill>
                    <a:srgbClr val="FF0000">
                      <a:alpha val="88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</p:grpSp>
            <p:grpSp>
              <p:nvGrpSpPr>
                <p:cNvPr id="221" name="그룹 220">
                  <a:extLst>
                    <a:ext uri="{FF2B5EF4-FFF2-40B4-BE49-F238E27FC236}">
                      <a16:creationId xmlns:a16="http://schemas.microsoft.com/office/drawing/2014/main" id="{AD592621-F945-163A-6B8C-4D0709AB3FBD}"/>
                    </a:ext>
                  </a:extLst>
                </p:cNvPr>
                <p:cNvGrpSpPr/>
                <p:nvPr/>
              </p:nvGrpSpPr>
              <p:grpSpPr>
                <a:xfrm>
                  <a:off x="5546458" y="2921569"/>
                  <a:ext cx="1406693" cy="791410"/>
                  <a:chOff x="5826364" y="3223544"/>
                  <a:chExt cx="1218872" cy="685741"/>
                </a:xfrm>
                <a:solidFill>
                  <a:srgbClr val="FFC000"/>
                </a:solidFill>
              </p:grpSpPr>
              <p:sp>
                <p:nvSpPr>
                  <p:cNvPr id="213" name="자유형: 도형 212">
                    <a:extLst>
                      <a:ext uri="{FF2B5EF4-FFF2-40B4-BE49-F238E27FC236}">
                        <a16:creationId xmlns:a16="http://schemas.microsoft.com/office/drawing/2014/main" id="{3DA7B08D-0DFC-B710-AF62-87D5E38DD73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400250" y="3261416"/>
                    <a:ext cx="682858" cy="607114"/>
                  </a:xfrm>
                  <a:custGeom>
                    <a:avLst/>
                    <a:gdLst>
                      <a:gd name="connsiteX0" fmla="*/ 0 w 682858"/>
                      <a:gd name="connsiteY0" fmla="*/ 277218 h 607114"/>
                      <a:gd name="connsiteX1" fmla="*/ 477960 w 682858"/>
                      <a:gd name="connsiteY1" fmla="*/ 0 h 607114"/>
                      <a:gd name="connsiteX2" fmla="*/ 682858 w 682858"/>
                      <a:gd name="connsiteY2" fmla="*/ 607114 h 607114"/>
                      <a:gd name="connsiteX3" fmla="*/ 111338 w 682858"/>
                      <a:gd name="connsiteY3" fmla="*/ 607114 h 607114"/>
                      <a:gd name="connsiteX4" fmla="*/ 0 w 682858"/>
                      <a:gd name="connsiteY4" fmla="*/ 277218 h 6071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2858" h="607114">
                        <a:moveTo>
                          <a:pt x="0" y="277218"/>
                        </a:moveTo>
                        <a:lnTo>
                          <a:pt x="477960" y="0"/>
                        </a:lnTo>
                        <a:lnTo>
                          <a:pt x="682858" y="607114"/>
                        </a:lnTo>
                        <a:lnTo>
                          <a:pt x="111338" y="607114"/>
                        </a:lnTo>
                        <a:lnTo>
                          <a:pt x="0" y="277218"/>
                        </a:lnTo>
                        <a:close/>
                      </a:path>
                    </a:pathLst>
                  </a:custGeom>
                  <a:solidFill>
                    <a:srgbClr val="FFC000">
                      <a:alpha val="61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  <p:sp>
                <p:nvSpPr>
                  <p:cNvPr id="143" name="자유형: 도형 142">
                    <a:extLst>
                      <a:ext uri="{FF2B5EF4-FFF2-40B4-BE49-F238E27FC236}">
                        <a16:creationId xmlns:a16="http://schemas.microsoft.com/office/drawing/2014/main" id="{2C57C2FC-5D96-469C-1500-37B661B7CAA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791472" y="3262634"/>
                    <a:ext cx="681543" cy="611759"/>
                  </a:xfrm>
                  <a:custGeom>
                    <a:avLst/>
                    <a:gdLst>
                      <a:gd name="connsiteX0" fmla="*/ 0 w 681543"/>
                      <a:gd name="connsiteY0" fmla="*/ 334542 h 611759"/>
                      <a:gd name="connsiteX1" fmla="*/ 110023 w 681543"/>
                      <a:gd name="connsiteY1" fmla="*/ 8542 h 611759"/>
                      <a:gd name="connsiteX2" fmla="*/ 107140 w 681543"/>
                      <a:gd name="connsiteY2" fmla="*/ 0 h 611759"/>
                      <a:gd name="connsiteX3" fmla="*/ 678660 w 681543"/>
                      <a:gd name="connsiteY3" fmla="*/ 0 h 611759"/>
                      <a:gd name="connsiteX4" fmla="*/ 681543 w 681543"/>
                      <a:gd name="connsiteY4" fmla="*/ 8542 h 611759"/>
                      <a:gd name="connsiteX5" fmla="*/ 477961 w 681543"/>
                      <a:gd name="connsiteY5" fmla="*/ 611759 h 611759"/>
                      <a:gd name="connsiteX6" fmla="*/ 0 w 681543"/>
                      <a:gd name="connsiteY6" fmla="*/ 334542 h 6117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81543" h="611759">
                        <a:moveTo>
                          <a:pt x="0" y="334542"/>
                        </a:moveTo>
                        <a:lnTo>
                          <a:pt x="110023" y="8542"/>
                        </a:lnTo>
                        <a:lnTo>
                          <a:pt x="107140" y="0"/>
                        </a:lnTo>
                        <a:lnTo>
                          <a:pt x="678660" y="0"/>
                        </a:lnTo>
                        <a:lnTo>
                          <a:pt x="681543" y="8542"/>
                        </a:lnTo>
                        <a:lnTo>
                          <a:pt x="477961" y="611759"/>
                        </a:lnTo>
                        <a:lnTo>
                          <a:pt x="0" y="334542"/>
                        </a:lnTo>
                        <a:close/>
                      </a:path>
                    </a:pathLst>
                  </a:custGeom>
                  <a:solidFill>
                    <a:srgbClr val="FFC000">
                      <a:alpha val="91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</p:grpSp>
            <p:grpSp>
              <p:nvGrpSpPr>
                <p:cNvPr id="220" name="그룹 219">
                  <a:extLst>
                    <a:ext uri="{FF2B5EF4-FFF2-40B4-BE49-F238E27FC236}">
                      <a16:creationId xmlns:a16="http://schemas.microsoft.com/office/drawing/2014/main" id="{82C39E4C-03D7-0E38-B8B8-8F980C2794CA}"/>
                    </a:ext>
                  </a:extLst>
                </p:cNvPr>
                <p:cNvGrpSpPr/>
                <p:nvPr/>
              </p:nvGrpSpPr>
              <p:grpSpPr>
                <a:xfrm>
                  <a:off x="5157958" y="3591396"/>
                  <a:ext cx="2183695" cy="922528"/>
                  <a:chOff x="5489736" y="3803936"/>
                  <a:chExt cx="1892129" cy="799353"/>
                </a:xfrm>
                <a:solidFill>
                  <a:srgbClr val="FFFF00"/>
                </a:solidFill>
              </p:grpSpPr>
              <p:sp>
                <p:nvSpPr>
                  <p:cNvPr id="212" name="자유형: 도형 211">
                    <a:extLst>
                      <a:ext uri="{FF2B5EF4-FFF2-40B4-BE49-F238E27FC236}">
                        <a16:creationId xmlns:a16="http://schemas.microsoft.com/office/drawing/2014/main" id="{F2D0F871-484F-D240-4A43-98D9474BCF2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511759" y="3730300"/>
                    <a:ext cx="796469" cy="943742"/>
                  </a:xfrm>
                  <a:custGeom>
                    <a:avLst/>
                    <a:gdLst>
                      <a:gd name="connsiteX0" fmla="*/ 0 w 796469"/>
                      <a:gd name="connsiteY0" fmla="*/ 277217 h 943742"/>
                      <a:gd name="connsiteX1" fmla="*/ 477961 w 796469"/>
                      <a:gd name="connsiteY1" fmla="*/ 0 h 943742"/>
                      <a:gd name="connsiteX2" fmla="*/ 796469 w 796469"/>
                      <a:gd name="connsiteY2" fmla="*/ 943742 h 943742"/>
                      <a:gd name="connsiteX3" fmla="*/ 224949 w 796469"/>
                      <a:gd name="connsiteY3" fmla="*/ 943742 h 943742"/>
                      <a:gd name="connsiteX4" fmla="*/ 0 w 796469"/>
                      <a:gd name="connsiteY4" fmla="*/ 277217 h 943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96469" h="943742">
                        <a:moveTo>
                          <a:pt x="0" y="277217"/>
                        </a:moveTo>
                        <a:lnTo>
                          <a:pt x="477961" y="0"/>
                        </a:lnTo>
                        <a:lnTo>
                          <a:pt x="796469" y="943742"/>
                        </a:lnTo>
                        <a:lnTo>
                          <a:pt x="224949" y="943742"/>
                        </a:lnTo>
                        <a:lnTo>
                          <a:pt x="0" y="277217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64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  <p:sp>
                <p:nvSpPr>
                  <p:cNvPr id="142" name="자유형: 도형 141">
                    <a:extLst>
                      <a:ext uri="{FF2B5EF4-FFF2-40B4-BE49-F238E27FC236}">
                        <a16:creationId xmlns:a16="http://schemas.microsoft.com/office/drawing/2014/main" id="{BCD7790F-56C3-F2F1-439F-5BFCD368D8B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66353" y="3731519"/>
                    <a:ext cx="795153" cy="948387"/>
                  </a:xfrm>
                  <a:custGeom>
                    <a:avLst/>
                    <a:gdLst>
                      <a:gd name="connsiteX0" fmla="*/ 0 w 795153"/>
                      <a:gd name="connsiteY0" fmla="*/ 671170 h 948387"/>
                      <a:gd name="connsiteX1" fmla="*/ 223633 w 795153"/>
                      <a:gd name="connsiteY1" fmla="*/ 8542 h 948387"/>
                      <a:gd name="connsiteX2" fmla="*/ 220750 w 795153"/>
                      <a:gd name="connsiteY2" fmla="*/ 0 h 948387"/>
                      <a:gd name="connsiteX3" fmla="*/ 792270 w 795153"/>
                      <a:gd name="connsiteY3" fmla="*/ 0 h 948387"/>
                      <a:gd name="connsiteX4" fmla="*/ 795153 w 795153"/>
                      <a:gd name="connsiteY4" fmla="*/ 8542 h 948387"/>
                      <a:gd name="connsiteX5" fmla="*/ 477960 w 795153"/>
                      <a:gd name="connsiteY5" fmla="*/ 948387 h 948387"/>
                      <a:gd name="connsiteX6" fmla="*/ 0 w 795153"/>
                      <a:gd name="connsiteY6" fmla="*/ 671170 h 948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95153" h="948387">
                        <a:moveTo>
                          <a:pt x="0" y="671170"/>
                        </a:moveTo>
                        <a:lnTo>
                          <a:pt x="223633" y="8542"/>
                        </a:lnTo>
                        <a:lnTo>
                          <a:pt x="220750" y="0"/>
                        </a:lnTo>
                        <a:lnTo>
                          <a:pt x="792270" y="0"/>
                        </a:lnTo>
                        <a:lnTo>
                          <a:pt x="795153" y="8542"/>
                        </a:lnTo>
                        <a:lnTo>
                          <a:pt x="477960" y="948387"/>
                        </a:lnTo>
                        <a:lnTo>
                          <a:pt x="0" y="671170"/>
                        </a:lnTo>
                        <a:close/>
                      </a:path>
                    </a:pathLst>
                  </a:custGeom>
                  <a:solidFill>
                    <a:srgbClr val="FFFF00">
                      <a:alpha val="94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</p:grpSp>
            <p:grpSp>
              <p:nvGrpSpPr>
                <p:cNvPr id="219" name="그룹 218">
                  <a:extLst>
                    <a:ext uri="{FF2B5EF4-FFF2-40B4-BE49-F238E27FC236}">
                      <a16:creationId xmlns:a16="http://schemas.microsoft.com/office/drawing/2014/main" id="{9D648913-8FD9-1C48-33E2-1AC779402C76}"/>
                    </a:ext>
                  </a:extLst>
                </p:cNvPr>
                <p:cNvGrpSpPr/>
                <p:nvPr/>
              </p:nvGrpSpPr>
              <p:grpSpPr>
                <a:xfrm>
                  <a:off x="4769456" y="4261225"/>
                  <a:ext cx="2960696" cy="1053646"/>
                  <a:chOff x="5153107" y="4384330"/>
                  <a:chExt cx="2565386" cy="912964"/>
                </a:xfrm>
                <a:solidFill>
                  <a:srgbClr val="00B050"/>
                </a:solidFill>
              </p:grpSpPr>
              <p:sp>
                <p:nvSpPr>
                  <p:cNvPr id="211" name="자유형: 도형 210">
                    <a:extLst>
                      <a:ext uri="{FF2B5EF4-FFF2-40B4-BE49-F238E27FC236}">
                        <a16:creationId xmlns:a16="http://schemas.microsoft.com/office/drawing/2014/main" id="{97302FC4-A1C5-66B3-6CFA-09963E07154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623268" y="4199185"/>
                    <a:ext cx="910079" cy="1280370"/>
                  </a:xfrm>
                  <a:custGeom>
                    <a:avLst/>
                    <a:gdLst>
                      <a:gd name="connsiteX0" fmla="*/ 0 w 910079"/>
                      <a:gd name="connsiteY0" fmla="*/ 277217 h 1280370"/>
                      <a:gd name="connsiteX1" fmla="*/ 477961 w 910079"/>
                      <a:gd name="connsiteY1" fmla="*/ 0 h 1280370"/>
                      <a:gd name="connsiteX2" fmla="*/ 910079 w 910079"/>
                      <a:gd name="connsiteY2" fmla="*/ 1280370 h 1280370"/>
                      <a:gd name="connsiteX3" fmla="*/ 338559 w 910079"/>
                      <a:gd name="connsiteY3" fmla="*/ 1280370 h 1280370"/>
                      <a:gd name="connsiteX4" fmla="*/ 0 w 910079"/>
                      <a:gd name="connsiteY4" fmla="*/ 277217 h 12803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0079" h="1280370">
                        <a:moveTo>
                          <a:pt x="0" y="277217"/>
                        </a:moveTo>
                        <a:lnTo>
                          <a:pt x="477961" y="0"/>
                        </a:lnTo>
                        <a:lnTo>
                          <a:pt x="910079" y="1280370"/>
                        </a:lnTo>
                        <a:lnTo>
                          <a:pt x="338559" y="1280370"/>
                        </a:lnTo>
                        <a:lnTo>
                          <a:pt x="0" y="277217"/>
                        </a:lnTo>
                        <a:close/>
                      </a:path>
                    </a:pathLst>
                  </a:custGeom>
                  <a:solidFill>
                    <a:srgbClr val="92D050">
                      <a:alpha val="67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  <p:sp>
                <p:nvSpPr>
                  <p:cNvPr id="141" name="자유형: 도형 140">
                    <a:extLst>
                      <a:ext uri="{FF2B5EF4-FFF2-40B4-BE49-F238E27FC236}">
                        <a16:creationId xmlns:a16="http://schemas.microsoft.com/office/drawing/2014/main" id="{6861AAD5-D974-B32B-1412-F63BBEAACF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41233" y="4200404"/>
                    <a:ext cx="908764" cy="1285015"/>
                  </a:xfrm>
                  <a:custGeom>
                    <a:avLst/>
                    <a:gdLst>
                      <a:gd name="connsiteX0" fmla="*/ 0 w 908764"/>
                      <a:gd name="connsiteY0" fmla="*/ 1007798 h 1285015"/>
                      <a:gd name="connsiteX1" fmla="*/ 337244 w 908764"/>
                      <a:gd name="connsiteY1" fmla="*/ 8542 h 1285015"/>
                      <a:gd name="connsiteX2" fmla="*/ 334361 w 908764"/>
                      <a:gd name="connsiteY2" fmla="*/ 0 h 1285015"/>
                      <a:gd name="connsiteX3" fmla="*/ 905881 w 908764"/>
                      <a:gd name="connsiteY3" fmla="*/ 0 h 1285015"/>
                      <a:gd name="connsiteX4" fmla="*/ 908764 w 908764"/>
                      <a:gd name="connsiteY4" fmla="*/ 8542 h 1285015"/>
                      <a:gd name="connsiteX5" fmla="*/ 477961 w 908764"/>
                      <a:gd name="connsiteY5" fmla="*/ 1285015 h 1285015"/>
                      <a:gd name="connsiteX6" fmla="*/ 0 w 908764"/>
                      <a:gd name="connsiteY6" fmla="*/ 1007798 h 12850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08764" h="1285015">
                        <a:moveTo>
                          <a:pt x="0" y="1007798"/>
                        </a:moveTo>
                        <a:lnTo>
                          <a:pt x="337244" y="8542"/>
                        </a:lnTo>
                        <a:lnTo>
                          <a:pt x="334361" y="0"/>
                        </a:lnTo>
                        <a:lnTo>
                          <a:pt x="905881" y="0"/>
                        </a:lnTo>
                        <a:lnTo>
                          <a:pt x="908764" y="8542"/>
                        </a:lnTo>
                        <a:lnTo>
                          <a:pt x="477961" y="1285015"/>
                        </a:lnTo>
                        <a:lnTo>
                          <a:pt x="0" y="1007798"/>
                        </a:lnTo>
                        <a:close/>
                      </a:path>
                    </a:pathLst>
                  </a:custGeom>
                  <a:solidFill>
                    <a:srgbClr val="00B050">
                      <a:alpha val="97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</p:grpSp>
            <p:grpSp>
              <p:nvGrpSpPr>
                <p:cNvPr id="218" name="그룹 217">
                  <a:extLst>
                    <a:ext uri="{FF2B5EF4-FFF2-40B4-BE49-F238E27FC236}">
                      <a16:creationId xmlns:a16="http://schemas.microsoft.com/office/drawing/2014/main" id="{1C13EA98-039C-A277-46E4-22D42DAC8A07}"/>
                    </a:ext>
                  </a:extLst>
                </p:cNvPr>
                <p:cNvGrpSpPr/>
                <p:nvPr/>
              </p:nvGrpSpPr>
              <p:grpSpPr>
                <a:xfrm>
                  <a:off x="4380956" y="4931055"/>
                  <a:ext cx="3737696" cy="1184759"/>
                  <a:chOff x="4816479" y="4964724"/>
                  <a:chExt cx="3238641" cy="1026571"/>
                </a:xfrm>
                <a:solidFill>
                  <a:srgbClr val="3A4076"/>
                </a:solidFill>
              </p:grpSpPr>
              <p:sp>
                <p:nvSpPr>
                  <p:cNvPr id="210" name="자유형: 도형 209">
                    <a:extLst>
                      <a:ext uri="{FF2B5EF4-FFF2-40B4-BE49-F238E27FC236}">
                        <a16:creationId xmlns:a16="http://schemas.microsoft.com/office/drawing/2014/main" id="{DE468DAB-519C-8BBA-C619-2CCC09EC917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734778" y="4668069"/>
                    <a:ext cx="1023687" cy="1616997"/>
                  </a:xfrm>
                  <a:custGeom>
                    <a:avLst/>
                    <a:gdLst>
                      <a:gd name="connsiteX0" fmla="*/ 0 w 1023687"/>
                      <a:gd name="connsiteY0" fmla="*/ 277216 h 1616997"/>
                      <a:gd name="connsiteX1" fmla="*/ 477959 w 1023687"/>
                      <a:gd name="connsiteY1" fmla="*/ 0 h 1616997"/>
                      <a:gd name="connsiteX2" fmla="*/ 1023687 w 1023687"/>
                      <a:gd name="connsiteY2" fmla="*/ 1616997 h 1616997"/>
                      <a:gd name="connsiteX3" fmla="*/ 452169 w 1023687"/>
                      <a:gd name="connsiteY3" fmla="*/ 1616997 h 1616997"/>
                      <a:gd name="connsiteX4" fmla="*/ 0 w 1023687"/>
                      <a:gd name="connsiteY4" fmla="*/ 277216 h 1616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3687" h="1616997">
                        <a:moveTo>
                          <a:pt x="0" y="277216"/>
                        </a:moveTo>
                        <a:lnTo>
                          <a:pt x="477959" y="0"/>
                        </a:lnTo>
                        <a:lnTo>
                          <a:pt x="1023687" y="1616997"/>
                        </a:lnTo>
                        <a:lnTo>
                          <a:pt x="452169" y="1616997"/>
                        </a:lnTo>
                        <a:lnTo>
                          <a:pt x="0" y="277216"/>
                        </a:lnTo>
                        <a:close/>
                      </a:path>
                    </a:pathLst>
                  </a:custGeom>
                  <a:solidFill>
                    <a:srgbClr val="4D559D">
                      <a:alpha val="7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  <p:sp>
                <p:nvSpPr>
                  <p:cNvPr id="140" name="자유형: 도형 139">
                    <a:extLst>
                      <a:ext uri="{FF2B5EF4-FFF2-40B4-BE49-F238E27FC236}">
                        <a16:creationId xmlns:a16="http://schemas.microsoft.com/office/drawing/2014/main" id="{C7A00969-8705-D364-17F1-66A86871E20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116115" y="4669287"/>
                    <a:ext cx="1022372" cy="1621643"/>
                  </a:xfrm>
                  <a:custGeom>
                    <a:avLst/>
                    <a:gdLst>
                      <a:gd name="connsiteX0" fmla="*/ 0 w 1022372"/>
                      <a:gd name="connsiteY0" fmla="*/ 1344427 h 1621643"/>
                      <a:gd name="connsiteX1" fmla="*/ 450854 w 1022372"/>
                      <a:gd name="connsiteY1" fmla="*/ 8542 h 1621643"/>
                      <a:gd name="connsiteX2" fmla="*/ 447971 w 1022372"/>
                      <a:gd name="connsiteY2" fmla="*/ 0 h 1621643"/>
                      <a:gd name="connsiteX3" fmla="*/ 1019489 w 1022372"/>
                      <a:gd name="connsiteY3" fmla="*/ 0 h 1621643"/>
                      <a:gd name="connsiteX4" fmla="*/ 1022372 w 1022372"/>
                      <a:gd name="connsiteY4" fmla="*/ 8542 h 1621643"/>
                      <a:gd name="connsiteX5" fmla="*/ 477959 w 1022372"/>
                      <a:gd name="connsiteY5" fmla="*/ 1621643 h 1621643"/>
                      <a:gd name="connsiteX6" fmla="*/ 0 w 1022372"/>
                      <a:gd name="connsiteY6" fmla="*/ 1344427 h 16216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22372" h="1621643">
                        <a:moveTo>
                          <a:pt x="0" y="1344427"/>
                        </a:moveTo>
                        <a:lnTo>
                          <a:pt x="450854" y="8542"/>
                        </a:lnTo>
                        <a:lnTo>
                          <a:pt x="447971" y="0"/>
                        </a:lnTo>
                        <a:lnTo>
                          <a:pt x="1019489" y="0"/>
                        </a:lnTo>
                        <a:lnTo>
                          <a:pt x="1022372" y="8542"/>
                        </a:lnTo>
                        <a:lnTo>
                          <a:pt x="477959" y="1621643"/>
                        </a:lnTo>
                        <a:lnTo>
                          <a:pt x="0" y="1344427"/>
                        </a:ln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endParaRPr>
                  </a:p>
                </p:txBody>
              </p:sp>
            </p:grpSp>
          </p:grpSp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F8C9B1D4-4B6C-A885-F778-58F67DC9DB25}"/>
                  </a:ext>
                </a:extLst>
              </p:cNvPr>
              <p:cNvSpPr/>
              <p:nvPr/>
            </p:nvSpPr>
            <p:spPr>
              <a:xfrm>
                <a:off x="6271433" y="2341512"/>
                <a:ext cx="877870" cy="2572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알파</a:t>
                </a:r>
                <a:r>
                  <a:rPr lang="el-GR" altLang="ko-KR" sz="1200" b="0" i="0" dirty="0">
                    <a:solidFill>
                      <a:schemeClr val="tx1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α</a:t>
                </a:r>
                <a:endParaRPr lang="ko-KR" altLang="en-US" sz="12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541751DF-9274-FE22-E633-80FD56083927}"/>
                  </a:ext>
                </a:extLst>
              </p:cNvPr>
              <p:cNvSpPr/>
              <p:nvPr/>
            </p:nvSpPr>
            <p:spPr>
              <a:xfrm>
                <a:off x="6610437" y="2944443"/>
                <a:ext cx="898750" cy="3117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베타</a:t>
                </a:r>
                <a:r>
                  <a:rPr lang="el-GR" altLang="ko-KR" sz="1200" b="0" i="0" dirty="0">
                    <a:solidFill>
                      <a:schemeClr val="tx1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β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 </a:t>
                </a:r>
              </a:p>
            </p:txBody>
          </p:sp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5849F0E8-0829-32B5-1218-7E5CA0B8F2AE}"/>
                  </a:ext>
                </a:extLst>
              </p:cNvPr>
              <p:cNvSpPr/>
              <p:nvPr/>
            </p:nvSpPr>
            <p:spPr>
              <a:xfrm>
                <a:off x="7808085" y="4960954"/>
                <a:ext cx="1238319" cy="3114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엡실론 </a:t>
                </a:r>
                <a:r>
                  <a:rPr lang="el-GR" altLang="ko-KR" sz="1200" b="0" i="0" dirty="0">
                    <a:solidFill>
                      <a:schemeClr val="tx1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rPr>
                  <a:t>ε</a:t>
                </a:r>
                <a:endParaRPr lang="ko-KR" altLang="en-US" sz="12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  <p:graphicFrame>
        <p:nvGraphicFramePr>
          <p:cNvPr id="233" name="다이어그램 232">
            <a:extLst>
              <a:ext uri="{FF2B5EF4-FFF2-40B4-BE49-F238E27FC236}">
                <a16:creationId xmlns:a16="http://schemas.microsoft.com/office/drawing/2014/main" id="{EB21A29A-2AAA-608E-AA23-23910BD10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629773"/>
              </p:ext>
            </p:extLst>
          </p:nvPr>
        </p:nvGraphicFramePr>
        <p:xfrm>
          <a:off x="6285957" y="2337455"/>
          <a:ext cx="4120810" cy="2747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070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주요 개념</a:t>
            </a: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1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334C1A-C518-4401-8804-A8043FFE8591}"/>
              </a:ext>
            </a:extLst>
          </p:cNvPr>
          <p:cNvSpPr/>
          <p:nvPr/>
        </p:nvSpPr>
        <p:spPr>
          <a:xfrm>
            <a:off x="1926279" y="2192751"/>
            <a:ext cx="1044922" cy="488813"/>
          </a:xfrm>
          <a:prstGeom prst="rect">
            <a:avLst/>
          </a:prstGeom>
          <a:noFill/>
          <a:ln w="28575">
            <a:solidFill>
              <a:srgbClr val="FD7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소마</a:t>
            </a:r>
          </a:p>
        </p:txBody>
      </p:sp>
      <p:graphicFrame>
        <p:nvGraphicFramePr>
          <p:cNvPr id="233" name="다이어그램 232">
            <a:extLst>
              <a:ext uri="{FF2B5EF4-FFF2-40B4-BE49-F238E27FC236}">
                <a16:creationId xmlns:a16="http://schemas.microsoft.com/office/drawing/2014/main" id="{EB21A29A-2AAA-608E-AA23-23910BD10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8342723"/>
              </p:ext>
            </p:extLst>
          </p:nvPr>
        </p:nvGraphicFramePr>
        <p:xfrm>
          <a:off x="6288274" y="2558967"/>
          <a:ext cx="4120810" cy="2747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03" name="그룹 502">
            <a:extLst>
              <a:ext uri="{FF2B5EF4-FFF2-40B4-BE49-F238E27FC236}">
                <a16:creationId xmlns:a16="http://schemas.microsoft.com/office/drawing/2014/main" id="{2F71139A-91D0-60B3-A65F-B00D85CEFB7E}"/>
              </a:ext>
            </a:extLst>
          </p:cNvPr>
          <p:cNvGrpSpPr/>
          <p:nvPr/>
        </p:nvGrpSpPr>
        <p:grpSpPr>
          <a:xfrm rot="5400000">
            <a:off x="2662703" y="3061034"/>
            <a:ext cx="2618566" cy="2348442"/>
            <a:chOff x="1700143" y="2988100"/>
            <a:chExt cx="1809144" cy="16225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순서도: 수행의 시작/종료 11">
              <a:extLst>
                <a:ext uri="{FF2B5EF4-FFF2-40B4-BE49-F238E27FC236}">
                  <a16:creationId xmlns:a16="http://schemas.microsoft.com/office/drawing/2014/main" id="{83BACDB5-3F22-8B73-D05C-7333F200C40A}"/>
                </a:ext>
              </a:extLst>
            </p:cNvPr>
            <p:cNvSpPr/>
            <p:nvPr/>
          </p:nvSpPr>
          <p:spPr>
            <a:xfrm>
              <a:off x="1700143" y="4278759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순서도: 수행의 시작/종료 13">
              <a:extLst>
                <a:ext uri="{FF2B5EF4-FFF2-40B4-BE49-F238E27FC236}">
                  <a16:creationId xmlns:a16="http://schemas.microsoft.com/office/drawing/2014/main" id="{CE4400C8-507D-4F70-9B1B-D7521317F0D2}"/>
                </a:ext>
              </a:extLst>
            </p:cNvPr>
            <p:cNvSpPr/>
            <p:nvPr/>
          </p:nvSpPr>
          <p:spPr>
            <a:xfrm>
              <a:off x="2675085" y="4278759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순서도: 수행의 시작/종료 16">
              <a:extLst>
                <a:ext uri="{FF2B5EF4-FFF2-40B4-BE49-F238E27FC236}">
                  <a16:creationId xmlns:a16="http://schemas.microsoft.com/office/drawing/2014/main" id="{5C9B5888-6574-4BD2-4345-25594DAAE3F3}"/>
                </a:ext>
              </a:extLst>
            </p:cNvPr>
            <p:cNvSpPr/>
            <p:nvPr/>
          </p:nvSpPr>
          <p:spPr>
            <a:xfrm>
              <a:off x="1700143" y="3847073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순서도: 수행의 시작/종료 17">
              <a:extLst>
                <a:ext uri="{FF2B5EF4-FFF2-40B4-BE49-F238E27FC236}">
                  <a16:creationId xmlns:a16="http://schemas.microsoft.com/office/drawing/2014/main" id="{27DD4B60-3756-D43D-BF7E-D72F014F0275}"/>
                </a:ext>
              </a:extLst>
            </p:cNvPr>
            <p:cNvSpPr/>
            <p:nvPr/>
          </p:nvSpPr>
          <p:spPr>
            <a:xfrm>
              <a:off x="2675085" y="3847073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순서도: 수행의 시작/종료 21">
              <a:extLst>
                <a:ext uri="{FF2B5EF4-FFF2-40B4-BE49-F238E27FC236}">
                  <a16:creationId xmlns:a16="http://schemas.microsoft.com/office/drawing/2014/main" id="{5039B493-BB7F-E433-76A7-EEF2FE1DB37B}"/>
                </a:ext>
              </a:extLst>
            </p:cNvPr>
            <p:cNvSpPr/>
            <p:nvPr/>
          </p:nvSpPr>
          <p:spPr>
            <a:xfrm>
              <a:off x="1700143" y="3415387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순서도: 수행의 시작/종료 22">
              <a:extLst>
                <a:ext uri="{FF2B5EF4-FFF2-40B4-BE49-F238E27FC236}">
                  <a16:creationId xmlns:a16="http://schemas.microsoft.com/office/drawing/2014/main" id="{7D3A2153-D69D-BC2B-DEF3-26E9E4F4936D}"/>
                </a:ext>
              </a:extLst>
            </p:cNvPr>
            <p:cNvSpPr/>
            <p:nvPr/>
          </p:nvSpPr>
          <p:spPr>
            <a:xfrm>
              <a:off x="2675085" y="3415387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순서도: 수행의 시작/종료 31">
              <a:extLst>
                <a:ext uri="{FF2B5EF4-FFF2-40B4-BE49-F238E27FC236}">
                  <a16:creationId xmlns:a16="http://schemas.microsoft.com/office/drawing/2014/main" id="{BFE7CAB9-8474-07FE-E08D-AFA713FF972A}"/>
                </a:ext>
              </a:extLst>
            </p:cNvPr>
            <p:cNvSpPr/>
            <p:nvPr/>
          </p:nvSpPr>
          <p:spPr>
            <a:xfrm>
              <a:off x="1700143" y="2988100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순서도: 수행의 시작/종료 32">
              <a:extLst>
                <a:ext uri="{FF2B5EF4-FFF2-40B4-BE49-F238E27FC236}">
                  <a16:creationId xmlns:a16="http://schemas.microsoft.com/office/drawing/2014/main" id="{2A2BA7C6-8189-E6E9-6FD0-9BF7A32D67D6}"/>
                </a:ext>
              </a:extLst>
            </p:cNvPr>
            <p:cNvSpPr/>
            <p:nvPr/>
          </p:nvSpPr>
          <p:spPr>
            <a:xfrm>
              <a:off x="2675085" y="2988100"/>
              <a:ext cx="834202" cy="331861"/>
            </a:xfrm>
            <a:prstGeom prst="flowChartTerminator">
              <a:avLst/>
            </a:prstGeom>
            <a:gradFill flip="none" rotWithShape="1">
              <a:gsLst>
                <a:gs pos="0">
                  <a:srgbClr val="CF1E3D"/>
                </a:gs>
                <a:gs pos="50000">
                  <a:srgbClr val="FF0000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639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주요 개념</a:t>
            </a: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1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334C1A-C518-4401-8804-A8043FFE8591}"/>
              </a:ext>
            </a:extLst>
          </p:cNvPr>
          <p:cNvSpPr/>
          <p:nvPr/>
        </p:nvSpPr>
        <p:spPr>
          <a:xfrm>
            <a:off x="1926279" y="2192751"/>
            <a:ext cx="1044922" cy="488813"/>
          </a:xfrm>
          <a:prstGeom prst="rect">
            <a:avLst/>
          </a:prstGeom>
          <a:noFill/>
          <a:ln w="28575">
            <a:solidFill>
              <a:srgbClr val="3A4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행복</a:t>
            </a:r>
          </a:p>
        </p:txBody>
      </p:sp>
      <p:graphicFrame>
        <p:nvGraphicFramePr>
          <p:cNvPr id="233" name="다이어그램 232">
            <a:extLst>
              <a:ext uri="{FF2B5EF4-FFF2-40B4-BE49-F238E27FC236}">
                <a16:creationId xmlns:a16="http://schemas.microsoft.com/office/drawing/2014/main" id="{EB21A29A-2AAA-608E-AA23-23910BD10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609586"/>
              </p:ext>
            </p:extLst>
          </p:nvPr>
        </p:nvGraphicFramePr>
        <p:xfrm>
          <a:off x="6288274" y="2558967"/>
          <a:ext cx="4120810" cy="2747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FA98F312-9C56-BF16-59D2-D587BDED85FD}"/>
              </a:ext>
            </a:extLst>
          </p:cNvPr>
          <p:cNvGrpSpPr/>
          <p:nvPr/>
        </p:nvGrpSpPr>
        <p:grpSpPr>
          <a:xfrm>
            <a:off x="2896522" y="2952922"/>
            <a:ext cx="2206294" cy="2215589"/>
            <a:chOff x="1362150" y="2952922"/>
            <a:chExt cx="2206294" cy="2215589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09645134-AEF8-7612-F341-146C408CD192}"/>
                </a:ext>
              </a:extLst>
            </p:cNvPr>
            <p:cNvGrpSpPr/>
            <p:nvPr/>
          </p:nvGrpSpPr>
          <p:grpSpPr>
            <a:xfrm>
              <a:off x="1362150" y="2952922"/>
              <a:ext cx="2206294" cy="2215589"/>
              <a:chOff x="1362150" y="2952922"/>
              <a:chExt cx="2206294" cy="2215589"/>
            </a:xfrm>
          </p:grpSpPr>
          <p:sp>
            <p:nvSpPr>
              <p:cNvPr id="116" name="자유형: 도형 115">
                <a:extLst>
                  <a:ext uri="{FF2B5EF4-FFF2-40B4-BE49-F238E27FC236}">
                    <a16:creationId xmlns:a16="http://schemas.microsoft.com/office/drawing/2014/main" id="{D75E3CC2-9328-7C29-C192-549818B1CD5A}"/>
                  </a:ext>
                </a:extLst>
              </p:cNvPr>
              <p:cNvSpPr/>
              <p:nvPr/>
            </p:nvSpPr>
            <p:spPr>
              <a:xfrm>
                <a:off x="1362150" y="2962217"/>
                <a:ext cx="1104394" cy="2206294"/>
              </a:xfrm>
              <a:custGeom>
                <a:avLst/>
                <a:gdLst>
                  <a:gd name="connsiteX0" fmla="*/ 1103147 w 1104394"/>
                  <a:gd name="connsiteY0" fmla="*/ 0 h 2206294"/>
                  <a:gd name="connsiteX1" fmla="*/ 1104394 w 1104394"/>
                  <a:gd name="connsiteY1" fmla="*/ 63 h 2206294"/>
                  <a:gd name="connsiteX2" fmla="*/ 1104394 w 1104394"/>
                  <a:gd name="connsiteY2" fmla="*/ 1717098 h 2206294"/>
                  <a:gd name="connsiteX3" fmla="*/ 1052309 w 1104394"/>
                  <a:gd name="connsiteY3" fmla="*/ 1712502 h 2206294"/>
                  <a:gd name="connsiteX4" fmla="*/ 626844 w 1104394"/>
                  <a:gd name="connsiteY4" fmla="*/ 1297544 h 2206294"/>
                  <a:gd name="connsiteX5" fmla="*/ 626487 w 1104394"/>
                  <a:gd name="connsiteY5" fmla="*/ 1295203 h 2206294"/>
                  <a:gd name="connsiteX6" fmla="*/ 483622 w 1104394"/>
                  <a:gd name="connsiteY6" fmla="*/ 1295203 h 2206294"/>
                  <a:gd name="connsiteX7" fmla="*/ 488328 w 1104394"/>
                  <a:gd name="connsiteY7" fmla="*/ 1326038 h 2206294"/>
                  <a:gd name="connsiteX8" fmla="*/ 1027281 w 1104394"/>
                  <a:gd name="connsiteY8" fmla="*/ 1851682 h 2206294"/>
                  <a:gd name="connsiteX9" fmla="*/ 1104394 w 1104394"/>
                  <a:gd name="connsiteY9" fmla="*/ 1858486 h 2206294"/>
                  <a:gd name="connsiteX10" fmla="*/ 1104394 w 1104394"/>
                  <a:gd name="connsiteY10" fmla="*/ 2206231 h 2206294"/>
                  <a:gd name="connsiteX11" fmla="*/ 1103147 w 1104394"/>
                  <a:gd name="connsiteY11" fmla="*/ 2206294 h 2206294"/>
                  <a:gd name="connsiteX12" fmla="*/ 0 w 1104394"/>
                  <a:gd name="connsiteY12" fmla="*/ 1103147 h 2206294"/>
                  <a:gd name="connsiteX13" fmla="*/ 1103147 w 1104394"/>
                  <a:gd name="connsiteY13" fmla="*/ 0 h 220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04394" h="2206294">
                    <a:moveTo>
                      <a:pt x="1103147" y="0"/>
                    </a:moveTo>
                    <a:lnTo>
                      <a:pt x="1104394" y="63"/>
                    </a:lnTo>
                    <a:lnTo>
                      <a:pt x="1104394" y="1717098"/>
                    </a:lnTo>
                    <a:lnTo>
                      <a:pt x="1052309" y="1712502"/>
                    </a:lnTo>
                    <a:cubicBezTo>
                      <a:pt x="839124" y="1674422"/>
                      <a:pt x="670093" y="1508893"/>
                      <a:pt x="626844" y="1297544"/>
                    </a:cubicBezTo>
                    <a:lnTo>
                      <a:pt x="626487" y="1295203"/>
                    </a:lnTo>
                    <a:lnTo>
                      <a:pt x="483622" y="1295203"/>
                    </a:lnTo>
                    <a:lnTo>
                      <a:pt x="488328" y="1326038"/>
                    </a:lnTo>
                    <a:cubicBezTo>
                      <a:pt x="543113" y="1593762"/>
                      <a:pt x="757232" y="1803444"/>
                      <a:pt x="1027281" y="1851682"/>
                    </a:cubicBezTo>
                    <a:lnTo>
                      <a:pt x="1104394" y="1858486"/>
                    </a:lnTo>
                    <a:lnTo>
                      <a:pt x="1104394" y="2206231"/>
                    </a:lnTo>
                    <a:lnTo>
                      <a:pt x="1103147" y="2206294"/>
                    </a:lnTo>
                    <a:cubicBezTo>
                      <a:pt x="493896" y="2206294"/>
                      <a:pt x="0" y="1712399"/>
                      <a:pt x="0" y="1103147"/>
                    </a:cubicBezTo>
                    <a:cubicBezTo>
                      <a:pt x="0" y="493896"/>
                      <a:pt x="493896" y="0"/>
                      <a:pt x="1103147" y="0"/>
                    </a:cubicBezTo>
                    <a:close/>
                  </a:path>
                </a:pathLst>
              </a:custGeom>
              <a:solidFill>
                <a:srgbClr val="F6D247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CB6312A-C209-B9D7-91ED-D2C7FB958156}"/>
                  </a:ext>
                </a:extLst>
              </p:cNvPr>
              <p:cNvGrpSpPr/>
              <p:nvPr/>
            </p:nvGrpSpPr>
            <p:grpSpPr>
              <a:xfrm>
                <a:off x="2466544" y="2952922"/>
                <a:ext cx="1101900" cy="2206168"/>
                <a:chOff x="2479576" y="2962280"/>
                <a:chExt cx="1101900" cy="2206168"/>
              </a:xfrm>
              <a:solidFill>
                <a:schemeClr val="tx1"/>
              </a:solidFill>
            </p:grpSpPr>
            <p:sp>
              <p:nvSpPr>
                <p:cNvPr id="119" name="자유형: 도형 118">
                  <a:extLst>
                    <a:ext uri="{FF2B5EF4-FFF2-40B4-BE49-F238E27FC236}">
                      <a16:creationId xmlns:a16="http://schemas.microsoft.com/office/drawing/2014/main" id="{4D4E97FF-7A65-264D-8370-A8A73B505788}"/>
                    </a:ext>
                  </a:extLst>
                </p:cNvPr>
                <p:cNvSpPr/>
                <p:nvPr/>
              </p:nvSpPr>
              <p:spPr>
                <a:xfrm rot="10800000">
                  <a:off x="2479576" y="2962280"/>
                  <a:ext cx="1101900" cy="2206168"/>
                </a:xfrm>
                <a:custGeom>
                  <a:avLst/>
                  <a:gdLst>
                    <a:gd name="connsiteX0" fmla="*/ 1101900 w 1101900"/>
                    <a:gd name="connsiteY0" fmla="*/ 2206168 h 2206168"/>
                    <a:gd name="connsiteX1" fmla="*/ 990356 w 1101900"/>
                    <a:gd name="connsiteY1" fmla="*/ 2200535 h 2206168"/>
                    <a:gd name="connsiteX2" fmla="*/ 0 w 1101900"/>
                    <a:gd name="connsiteY2" fmla="*/ 1103084 h 2206168"/>
                    <a:gd name="connsiteX3" fmla="*/ 990356 w 1101900"/>
                    <a:gd name="connsiteY3" fmla="*/ 5632 h 2206168"/>
                    <a:gd name="connsiteX4" fmla="*/ 1101900 w 1101900"/>
                    <a:gd name="connsiteY4" fmla="*/ 0 h 2206168"/>
                    <a:gd name="connsiteX5" fmla="*/ 1101900 w 1101900"/>
                    <a:gd name="connsiteY5" fmla="*/ 744847 h 2206168"/>
                    <a:gd name="connsiteX6" fmla="*/ 1027242 w 1101900"/>
                    <a:gd name="connsiteY6" fmla="*/ 738259 h 2206168"/>
                    <a:gd name="connsiteX7" fmla="*/ 629326 w 1101900"/>
                    <a:gd name="connsiteY7" fmla="*/ 350168 h 2206168"/>
                    <a:gd name="connsiteX8" fmla="*/ 628992 w 1101900"/>
                    <a:gd name="connsiteY8" fmla="*/ 347979 h 2206168"/>
                    <a:gd name="connsiteX9" fmla="*/ 495377 w 1101900"/>
                    <a:gd name="connsiteY9" fmla="*/ 347979 h 2206168"/>
                    <a:gd name="connsiteX10" fmla="*/ 499778 w 1101900"/>
                    <a:gd name="connsiteY10" fmla="*/ 376817 h 2206168"/>
                    <a:gd name="connsiteX11" fmla="*/ 1003835 w 1101900"/>
                    <a:gd name="connsiteY11" fmla="*/ 868428 h 2206168"/>
                    <a:gd name="connsiteX12" fmla="*/ 1101900 w 1101900"/>
                    <a:gd name="connsiteY12" fmla="*/ 877081 h 2206168"/>
                    <a:gd name="connsiteX13" fmla="*/ 1101900 w 1101900"/>
                    <a:gd name="connsiteY13" fmla="*/ 2206168 h 2206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101900" h="2206168">
                      <a:moveTo>
                        <a:pt x="1101900" y="2206168"/>
                      </a:moveTo>
                      <a:lnTo>
                        <a:pt x="990356" y="2200535"/>
                      </a:lnTo>
                      <a:cubicBezTo>
                        <a:pt x="434088" y="2144043"/>
                        <a:pt x="0" y="1674257"/>
                        <a:pt x="0" y="1103084"/>
                      </a:cubicBezTo>
                      <a:cubicBezTo>
                        <a:pt x="0" y="531910"/>
                        <a:pt x="434088" y="62124"/>
                        <a:pt x="990356" y="5632"/>
                      </a:cubicBezTo>
                      <a:lnTo>
                        <a:pt x="1101900" y="0"/>
                      </a:lnTo>
                      <a:lnTo>
                        <a:pt x="1101900" y="744847"/>
                      </a:lnTo>
                      <a:lnTo>
                        <a:pt x="1027242" y="738259"/>
                      </a:lnTo>
                      <a:cubicBezTo>
                        <a:pt x="827861" y="702645"/>
                        <a:pt x="669774" y="547832"/>
                        <a:pt x="629326" y="350168"/>
                      </a:cubicBezTo>
                      <a:lnTo>
                        <a:pt x="628992" y="347979"/>
                      </a:lnTo>
                      <a:lnTo>
                        <a:pt x="495377" y="347979"/>
                      </a:lnTo>
                      <a:lnTo>
                        <a:pt x="499778" y="376817"/>
                      </a:lnTo>
                      <a:cubicBezTo>
                        <a:pt x="551016" y="627206"/>
                        <a:pt x="751271" y="823313"/>
                        <a:pt x="1003835" y="868428"/>
                      </a:cubicBezTo>
                      <a:lnTo>
                        <a:pt x="1101900" y="877081"/>
                      </a:lnTo>
                      <a:lnTo>
                        <a:pt x="1101900" y="2206168"/>
                      </a:lnTo>
                      <a:close/>
                    </a:path>
                  </a:pathLst>
                </a:cu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2F44BAF7-7CBE-7E99-86E9-56B035AC83B4}"/>
                    </a:ext>
                  </a:extLst>
                </p:cNvPr>
                <p:cNvSpPr/>
                <p:nvPr/>
              </p:nvSpPr>
              <p:spPr>
                <a:xfrm>
                  <a:off x="2803993" y="3478915"/>
                  <a:ext cx="334415" cy="334415"/>
                </a:xfrm>
                <a:prstGeom prst="ellipse">
                  <a:avLst/>
                </a:prstGeom>
                <a:grpFill/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67C5A2C-7B49-B375-7971-1FFF1341A496}"/>
                </a:ext>
              </a:extLst>
            </p:cNvPr>
            <p:cNvSpPr/>
            <p:nvPr/>
          </p:nvSpPr>
          <p:spPr>
            <a:xfrm>
              <a:off x="1776398" y="3478915"/>
              <a:ext cx="334415" cy="334415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9E21C6-3C75-F849-6CEF-D5B3E98DCCC3}"/>
              </a:ext>
            </a:extLst>
          </p:cNvPr>
          <p:cNvSpPr/>
          <p:nvPr/>
        </p:nvSpPr>
        <p:spPr>
          <a:xfrm rot="19800000">
            <a:off x="4048891" y="3185698"/>
            <a:ext cx="4094219" cy="912641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solidFill>
                  <a:srgbClr val="FFFF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세뇌로 인한 적응</a:t>
            </a:r>
          </a:p>
        </p:txBody>
      </p:sp>
    </p:spTree>
    <p:extLst>
      <p:ext uri="{BB962C8B-B14F-4D97-AF65-F5344CB8AC3E}">
        <p14:creationId xmlns:p14="http://schemas.microsoft.com/office/powerpoint/2010/main" val="354074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현대적 의의</a:t>
            </a: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A529CE86-DEB9-79A3-7A98-740E0A2F2ACE}"/>
              </a:ext>
            </a:extLst>
          </p:cNvPr>
          <p:cNvGrpSpPr/>
          <p:nvPr/>
        </p:nvGrpSpPr>
        <p:grpSpPr>
          <a:xfrm>
            <a:off x="2225700" y="2107942"/>
            <a:ext cx="7522998" cy="3551985"/>
            <a:chOff x="2225425" y="2107530"/>
            <a:chExt cx="7522998" cy="3551985"/>
          </a:xfrm>
        </p:grpSpPr>
        <p:graphicFrame>
          <p:nvGraphicFramePr>
            <p:cNvPr id="14" name="다이어그램 13">
              <a:extLst>
                <a:ext uri="{FF2B5EF4-FFF2-40B4-BE49-F238E27FC236}">
                  <a16:creationId xmlns:a16="http://schemas.microsoft.com/office/drawing/2014/main" id="{63109AD1-9011-DF43-C31E-3AF80772156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65014340"/>
                </p:ext>
              </p:extLst>
            </p:nvPr>
          </p:nvGraphicFramePr>
          <p:xfrm>
            <a:off x="5738779" y="2107530"/>
            <a:ext cx="4009644" cy="32536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499" name="그룹 498">
              <a:extLst>
                <a:ext uri="{FF2B5EF4-FFF2-40B4-BE49-F238E27FC236}">
                  <a16:creationId xmlns:a16="http://schemas.microsoft.com/office/drawing/2014/main" id="{10030D84-92E6-466A-5112-97F54188D46A}"/>
                </a:ext>
              </a:extLst>
            </p:cNvPr>
            <p:cNvGrpSpPr/>
            <p:nvPr/>
          </p:nvGrpSpPr>
          <p:grpSpPr>
            <a:xfrm>
              <a:off x="2225425" y="2653481"/>
              <a:ext cx="3960574" cy="3006034"/>
              <a:chOff x="2225425" y="2653481"/>
              <a:chExt cx="3960574" cy="3006034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1EB879E6-961F-6979-380E-4FA82F3825E3}"/>
                  </a:ext>
                </a:extLst>
              </p:cNvPr>
              <p:cNvGrpSpPr/>
              <p:nvPr/>
            </p:nvGrpSpPr>
            <p:grpSpPr>
              <a:xfrm>
                <a:off x="2258143" y="2653481"/>
                <a:ext cx="3927856" cy="468536"/>
                <a:chOff x="1645190" y="2999436"/>
                <a:chExt cx="3927856" cy="468536"/>
              </a:xfrm>
            </p:grpSpPr>
            <p:sp>
              <p:nvSpPr>
                <p:cNvPr id="29" name="같음 기호 28">
                  <a:extLst>
                    <a:ext uri="{FF2B5EF4-FFF2-40B4-BE49-F238E27FC236}">
                      <a16:creationId xmlns:a16="http://schemas.microsoft.com/office/drawing/2014/main" id="{1F192356-CC35-ED86-8D47-861679E6FFEC}"/>
                    </a:ext>
                  </a:extLst>
                </p:cNvPr>
                <p:cNvSpPr/>
                <p:nvPr/>
              </p:nvSpPr>
              <p:spPr>
                <a:xfrm>
                  <a:off x="5027738" y="2999436"/>
                  <a:ext cx="545308" cy="468536"/>
                </a:xfrm>
                <a:prstGeom prst="mathEqual">
                  <a:avLst/>
                </a:prstGeom>
                <a:solidFill>
                  <a:srgbClr val="353B6D"/>
                </a:solidFill>
                <a:ln>
                  <a:solidFill>
                    <a:srgbClr val="FCEFC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CA283C8-3F2A-259A-51DF-3EC030766E54}"/>
                    </a:ext>
                  </a:extLst>
                </p:cNvPr>
                <p:cNvGrpSpPr/>
                <p:nvPr/>
              </p:nvGrpSpPr>
              <p:grpSpPr>
                <a:xfrm>
                  <a:off x="1645190" y="3057218"/>
                  <a:ext cx="3279139" cy="350166"/>
                  <a:chOff x="1645190" y="4018242"/>
                  <a:chExt cx="3279139" cy="350166"/>
                </a:xfrm>
              </p:grpSpPr>
              <p:sp>
                <p:nvSpPr>
                  <p:cNvPr id="19" name="직사각형 18">
                    <a:extLst>
                      <a:ext uri="{FF2B5EF4-FFF2-40B4-BE49-F238E27FC236}">
                        <a16:creationId xmlns:a16="http://schemas.microsoft.com/office/drawing/2014/main" id="{4D3B34F5-1292-5210-9BA1-51B88E3D9202}"/>
                      </a:ext>
                    </a:extLst>
                  </p:cNvPr>
                  <p:cNvSpPr/>
                  <p:nvPr/>
                </p:nvSpPr>
                <p:spPr>
                  <a:xfrm>
                    <a:off x="3479131" y="4020533"/>
                    <a:ext cx="1445198" cy="345584"/>
                  </a:xfrm>
                  <a:prstGeom prst="rect">
                    <a:avLst/>
                  </a:prstGeom>
                  <a:solidFill>
                    <a:srgbClr val="FCEFC2"/>
                  </a:solidFill>
                  <a:ln w="19050"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>
                        <a:solidFill>
                          <a:schemeClr val="tx1"/>
                        </a:solidFill>
                        <a:latin typeface="HY견명조" panose="02030600000101010101" pitchFamily="18" charset="-127"/>
                        <a:ea typeface="HY견명조" panose="02030600000101010101" pitchFamily="18" charset="-127"/>
                      </a:rPr>
                      <a:t>계급사회의 모순</a:t>
                    </a:r>
                  </a:p>
                </p:txBody>
              </p:sp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9D9F057D-4A86-34DF-3A62-AF60B1AE9AB4}"/>
                      </a:ext>
                    </a:extLst>
                  </p:cNvPr>
                  <p:cNvSpPr/>
                  <p:nvPr/>
                </p:nvSpPr>
                <p:spPr>
                  <a:xfrm>
                    <a:off x="1645190" y="4020533"/>
                    <a:ext cx="1445198" cy="345584"/>
                  </a:xfrm>
                  <a:prstGeom prst="rect">
                    <a:avLst/>
                  </a:prstGeom>
                  <a:solidFill>
                    <a:srgbClr val="FCEFC2"/>
                  </a:solidFill>
                  <a:ln w="19050"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 dirty="0">
                        <a:solidFill>
                          <a:schemeClr val="tx1"/>
                        </a:solidFill>
                        <a:latin typeface="HY견명조" panose="02030600000101010101" pitchFamily="18" charset="-127"/>
                        <a:ea typeface="HY견명조" panose="02030600000101010101" pitchFamily="18" charset="-127"/>
                      </a:rPr>
                      <a:t>발전된 과학기술</a:t>
                    </a:r>
                  </a:p>
                </p:txBody>
              </p:sp>
              <p:sp>
                <p:nvSpPr>
                  <p:cNvPr id="21" name="더하기 기호 20">
                    <a:extLst>
                      <a:ext uri="{FF2B5EF4-FFF2-40B4-BE49-F238E27FC236}">
                        <a16:creationId xmlns:a16="http://schemas.microsoft.com/office/drawing/2014/main" id="{A1FECEBA-A6A7-DCEF-4444-8D149905EAD9}"/>
                      </a:ext>
                    </a:extLst>
                  </p:cNvPr>
                  <p:cNvSpPr/>
                  <p:nvPr/>
                </p:nvSpPr>
                <p:spPr>
                  <a:xfrm>
                    <a:off x="3131937" y="4018242"/>
                    <a:ext cx="347194" cy="350166"/>
                  </a:xfrm>
                  <a:prstGeom prst="mathPlus">
                    <a:avLst/>
                  </a:prstGeom>
                  <a:solidFill>
                    <a:srgbClr val="353B6D"/>
                  </a:solidFill>
                  <a:ln>
                    <a:solidFill>
                      <a:srgbClr val="FCEF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21ADCBB5-0567-9434-E725-26C144EDDDDE}"/>
                  </a:ext>
                </a:extLst>
              </p:cNvPr>
              <p:cNvGrpSpPr/>
              <p:nvPr/>
            </p:nvGrpSpPr>
            <p:grpSpPr>
              <a:xfrm>
                <a:off x="2225425" y="4389031"/>
                <a:ext cx="3957296" cy="1270484"/>
                <a:chOff x="1615750" y="4157241"/>
                <a:chExt cx="3957296" cy="1270484"/>
              </a:xfrm>
            </p:grpSpPr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37C5A10E-DD16-DF8E-DCAF-B474A11B598F}"/>
                    </a:ext>
                  </a:extLst>
                </p:cNvPr>
                <p:cNvGrpSpPr/>
                <p:nvPr/>
              </p:nvGrpSpPr>
              <p:grpSpPr>
                <a:xfrm>
                  <a:off x="1645190" y="4216426"/>
                  <a:ext cx="3279139" cy="350166"/>
                  <a:chOff x="1645190" y="4216426"/>
                  <a:chExt cx="3279139" cy="350166"/>
                </a:xfrm>
              </p:grpSpPr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A621F33C-CC97-B811-3B5E-655A7E2A470C}"/>
                      </a:ext>
                    </a:extLst>
                  </p:cNvPr>
                  <p:cNvSpPr/>
                  <p:nvPr/>
                </p:nvSpPr>
                <p:spPr>
                  <a:xfrm>
                    <a:off x="3479131" y="4218717"/>
                    <a:ext cx="1445198" cy="345584"/>
                  </a:xfrm>
                  <a:prstGeom prst="rect">
                    <a:avLst/>
                  </a:prstGeom>
                  <a:solidFill>
                    <a:srgbClr val="FCEFC2"/>
                  </a:solidFill>
                  <a:ln w="19050"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>
                        <a:solidFill>
                          <a:schemeClr val="tx1"/>
                        </a:solidFill>
                        <a:latin typeface="HY견명조" panose="02030600000101010101" pitchFamily="18" charset="-127"/>
                        <a:ea typeface="HY견명조" panose="02030600000101010101" pitchFamily="18" charset="-127"/>
                      </a:rPr>
                      <a:t>채찍질</a:t>
                    </a:r>
                  </a:p>
                </p:txBody>
              </p:sp>
              <p:sp>
                <p:nvSpPr>
                  <p:cNvPr id="498" name="직사각형 497">
                    <a:extLst>
                      <a:ext uri="{FF2B5EF4-FFF2-40B4-BE49-F238E27FC236}">
                        <a16:creationId xmlns:a16="http://schemas.microsoft.com/office/drawing/2014/main" id="{7FC40E34-9CA3-FB8F-230B-A3CC2C2214D9}"/>
                      </a:ext>
                    </a:extLst>
                  </p:cNvPr>
                  <p:cNvSpPr/>
                  <p:nvPr/>
                </p:nvSpPr>
                <p:spPr>
                  <a:xfrm>
                    <a:off x="1645190" y="4218717"/>
                    <a:ext cx="1445198" cy="345584"/>
                  </a:xfrm>
                  <a:prstGeom prst="rect">
                    <a:avLst/>
                  </a:prstGeom>
                  <a:solidFill>
                    <a:srgbClr val="FCEFC2"/>
                  </a:solidFill>
                  <a:ln w="19050"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200">
                        <a:solidFill>
                          <a:schemeClr val="tx1"/>
                        </a:solidFill>
                        <a:latin typeface="HY견명조" panose="02030600000101010101" pitchFamily="18" charset="-127"/>
                        <a:ea typeface="HY견명조" panose="02030600000101010101" pitchFamily="18" charset="-127"/>
                      </a:rPr>
                      <a:t>기술자</a:t>
                    </a:r>
                  </a:p>
                </p:txBody>
              </p:sp>
              <p:sp>
                <p:nvSpPr>
                  <p:cNvPr id="500" name="더하기 기호 499">
                    <a:extLst>
                      <a:ext uri="{FF2B5EF4-FFF2-40B4-BE49-F238E27FC236}">
                        <a16:creationId xmlns:a16="http://schemas.microsoft.com/office/drawing/2014/main" id="{D38A3F08-AF6D-5FF2-F558-D5CD9D5BD837}"/>
                      </a:ext>
                    </a:extLst>
                  </p:cNvPr>
                  <p:cNvSpPr/>
                  <p:nvPr/>
                </p:nvSpPr>
                <p:spPr>
                  <a:xfrm>
                    <a:off x="3131937" y="4216426"/>
                    <a:ext cx="347194" cy="350166"/>
                  </a:xfrm>
                  <a:prstGeom prst="mathPlus">
                    <a:avLst/>
                  </a:prstGeom>
                  <a:solidFill>
                    <a:srgbClr val="353B6D"/>
                  </a:solidFill>
                  <a:ln>
                    <a:solidFill>
                      <a:srgbClr val="FCEF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505" name="직사각형 504">
                  <a:extLst>
                    <a:ext uri="{FF2B5EF4-FFF2-40B4-BE49-F238E27FC236}">
                      <a16:creationId xmlns:a16="http://schemas.microsoft.com/office/drawing/2014/main" id="{DE4F7815-7B0D-93EA-CA12-734E7E3DC64D}"/>
                    </a:ext>
                  </a:extLst>
                </p:cNvPr>
                <p:cNvSpPr/>
                <p:nvPr/>
              </p:nvSpPr>
              <p:spPr>
                <a:xfrm>
                  <a:off x="1615750" y="5082141"/>
                  <a:ext cx="1445198" cy="345584"/>
                </a:xfrm>
                <a:prstGeom prst="rect">
                  <a:avLst/>
                </a:prstGeom>
                <a:solidFill>
                  <a:srgbClr val="FCEFC2"/>
                </a:solidFill>
                <a:ln w="19050">
                  <a:solidFill>
                    <a:srgbClr val="F6D24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>
                      <a:solidFill>
                        <a:schemeClr val="tx1"/>
                      </a:solidFill>
                      <a:latin typeface="HY견명조" panose="02030600000101010101" pitchFamily="18" charset="-127"/>
                      <a:ea typeface="HY견명조" panose="02030600000101010101" pitchFamily="18" charset="-127"/>
                    </a:rPr>
                    <a:t>과학자</a:t>
                  </a:r>
                </a:p>
              </p:txBody>
            </p:sp>
            <p:sp>
              <p:nvSpPr>
                <p:cNvPr id="12" name="부등호 11">
                  <a:extLst>
                    <a:ext uri="{FF2B5EF4-FFF2-40B4-BE49-F238E27FC236}">
                      <a16:creationId xmlns:a16="http://schemas.microsoft.com/office/drawing/2014/main" id="{2E0225B8-BBDE-6A59-1C7B-347D5B3AE03B}"/>
                    </a:ext>
                  </a:extLst>
                </p:cNvPr>
                <p:cNvSpPr/>
                <p:nvPr/>
              </p:nvSpPr>
              <p:spPr>
                <a:xfrm rot="5400000">
                  <a:off x="2149039" y="4660314"/>
                  <a:ext cx="382556" cy="382556"/>
                </a:xfrm>
                <a:prstGeom prst="mathNotEqual">
                  <a:avLst/>
                </a:prstGeom>
                <a:solidFill>
                  <a:srgbClr val="353B6D"/>
                </a:solidFill>
                <a:ln>
                  <a:solidFill>
                    <a:srgbClr val="FCEFC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같음 기호 21">
                  <a:extLst>
                    <a:ext uri="{FF2B5EF4-FFF2-40B4-BE49-F238E27FC236}">
                      <a16:creationId xmlns:a16="http://schemas.microsoft.com/office/drawing/2014/main" id="{5CDA365C-BF33-B24F-0B33-9A0C73734CA5}"/>
                    </a:ext>
                  </a:extLst>
                </p:cNvPr>
                <p:cNvSpPr/>
                <p:nvPr/>
              </p:nvSpPr>
              <p:spPr>
                <a:xfrm>
                  <a:off x="5027738" y="4157241"/>
                  <a:ext cx="545308" cy="468536"/>
                </a:xfrm>
                <a:prstGeom prst="mathEqual">
                  <a:avLst/>
                </a:prstGeom>
                <a:solidFill>
                  <a:srgbClr val="353B6D"/>
                </a:solidFill>
                <a:ln>
                  <a:solidFill>
                    <a:srgbClr val="FCEFC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3156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31FE2-5408-236F-E1A4-1687D7C9EAA6}"/>
              </a:ext>
            </a:extLst>
          </p:cNvPr>
          <p:cNvSpPr/>
          <p:nvPr/>
        </p:nvSpPr>
        <p:spPr>
          <a:xfrm>
            <a:off x="668496" y="977229"/>
            <a:ext cx="10870164" cy="912642"/>
          </a:xfrm>
          <a:prstGeom prst="rect">
            <a:avLst/>
          </a:prstGeom>
          <a:solidFill>
            <a:srgbClr val="353B6D">
              <a:alpha val="92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solidFill>
                  <a:srgbClr val="FCEFC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논제</a:t>
            </a: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" name="사각형: 모서리가 접힌 도형 15">
            <a:extLst>
              <a:ext uri="{FF2B5EF4-FFF2-40B4-BE49-F238E27FC236}">
                <a16:creationId xmlns:a16="http://schemas.microsoft.com/office/drawing/2014/main" id="{B7C03702-9583-06DF-6C00-886513020646}"/>
              </a:ext>
            </a:extLst>
          </p:cNvPr>
          <p:cNvSpPr/>
          <p:nvPr/>
        </p:nvSpPr>
        <p:spPr>
          <a:xfrm>
            <a:off x="1754342" y="3082369"/>
            <a:ext cx="8652210" cy="692645"/>
          </a:xfrm>
          <a:prstGeom prst="foldedCorner">
            <a:avLst>
              <a:gd name="adj" fmla="val 27850"/>
            </a:avLst>
          </a:prstGeom>
          <a:solidFill>
            <a:srgbClr val="F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A407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just"/>
            <a:r>
              <a:rPr lang="ko-KR" altLang="en-US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존은 왜 갈망하던 세계에 와서 그 행복에 적응하지 못하고 오히려 부정할까</a:t>
            </a:r>
            <a:r>
              <a:rPr lang="en-US" altLang="ko-KR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? </a:t>
            </a:r>
            <a:r>
              <a:rPr lang="ko-KR" altLang="en-US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존이 원하는 행복이란 무엇일까</a:t>
            </a:r>
            <a:r>
              <a:rPr lang="en-US" altLang="ko-KR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? </a:t>
            </a:r>
            <a:r>
              <a:rPr lang="ko-KR" altLang="en-US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무엇이 진정한 행복이고 멋진 신세계일까</a:t>
            </a:r>
            <a:r>
              <a:rPr lang="en-US" altLang="ko-KR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</a:p>
        </p:txBody>
      </p:sp>
      <p:sp>
        <p:nvSpPr>
          <p:cNvPr id="21" name="사각형: 모서리가 접힌 도형 20">
            <a:extLst>
              <a:ext uri="{FF2B5EF4-FFF2-40B4-BE49-F238E27FC236}">
                <a16:creationId xmlns:a16="http://schemas.microsoft.com/office/drawing/2014/main" id="{0812837E-9DE2-AAE3-3C31-EF4EC91E1DA2}"/>
              </a:ext>
            </a:extLst>
          </p:cNvPr>
          <p:cNvSpPr/>
          <p:nvPr/>
        </p:nvSpPr>
        <p:spPr>
          <a:xfrm>
            <a:off x="1754342" y="2204695"/>
            <a:ext cx="8652210" cy="660812"/>
          </a:xfrm>
          <a:prstGeom prst="foldedCorner">
            <a:avLst>
              <a:gd name="adj" fmla="val 27850"/>
            </a:avLst>
          </a:prstGeom>
          <a:solidFill>
            <a:srgbClr val="F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A407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just"/>
            <a:r>
              <a:rPr lang="ko-KR" altLang="en-US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과학 문명의 발달이 인간의 존엄성 상실로 이어질 것인가</a:t>
            </a:r>
            <a:r>
              <a:rPr lang="en-US" altLang="ko-KR" sz="1400" dirty="0">
                <a:solidFill>
                  <a:srgbClr val="3A407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  <a:endParaRPr lang="ko-KR" altLang="en-US" sz="1400" dirty="0">
              <a:solidFill>
                <a:srgbClr val="3A407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3" name="사각형: 모서리가 접힌 도형 22">
            <a:extLst>
              <a:ext uri="{FF2B5EF4-FFF2-40B4-BE49-F238E27FC236}">
                <a16:creationId xmlns:a16="http://schemas.microsoft.com/office/drawing/2014/main" id="{52DD2EA0-90AD-9732-EF9E-6740FE323707}"/>
              </a:ext>
            </a:extLst>
          </p:cNvPr>
          <p:cNvSpPr/>
          <p:nvPr/>
        </p:nvSpPr>
        <p:spPr>
          <a:xfrm>
            <a:off x="1754342" y="3991876"/>
            <a:ext cx="8652210" cy="1243636"/>
          </a:xfrm>
          <a:prstGeom prst="foldedCorner">
            <a:avLst>
              <a:gd name="adj" fmla="val 27850"/>
            </a:avLst>
          </a:prstGeom>
          <a:solidFill>
            <a:srgbClr val="F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altLang="ko-KR" sz="1400" kern="0" dirty="0">
              <a:solidFill>
                <a:srgbClr val="3A407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just"/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소설 속에서 인류는 평화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편안함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행복을 위해 진실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예술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과학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종교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자유 등 많은 것을 포기했다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kern="0" dirty="0">
              <a:solidFill>
                <a:srgbClr val="3A407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just"/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특정 가치를 온전히 취하기 위해 다른 가치를 온전히 배제하는 것은 합리적이라고 볼 수 있는가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? </a:t>
            </a:r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또한</a:t>
            </a:r>
            <a:endParaRPr lang="en-US" altLang="ko-KR" sz="1400" kern="0" dirty="0">
              <a:solidFill>
                <a:srgbClr val="3A407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just"/>
            <a:r>
              <a:rPr lang="ko-KR" altLang="en-US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인류가 특정 가치를 위해 인간으로서 필수적인 가치를 온전히 포기하는 것은 정당화 될 수 있는가</a:t>
            </a:r>
            <a:r>
              <a:rPr lang="en-US" altLang="ko-KR" sz="1400" kern="0" spc="0" dirty="0">
                <a:solidFill>
                  <a:srgbClr val="3A4076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  <a:endParaRPr lang="ko-KR" altLang="en-US" sz="1400" kern="0" spc="0" dirty="0">
              <a:solidFill>
                <a:srgbClr val="3A4076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674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A4855F-F43C-AB75-F826-52E4E9D0913D}"/>
              </a:ext>
            </a:extLst>
          </p:cNvPr>
          <p:cNvGrpSpPr/>
          <p:nvPr/>
        </p:nvGrpSpPr>
        <p:grpSpPr>
          <a:xfrm>
            <a:off x="-2" y="-3"/>
            <a:ext cx="12207160" cy="6858003"/>
            <a:chOff x="-2" y="-3"/>
            <a:chExt cx="12207160" cy="685800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6D10C-A1B6-9674-6B90-FFA4D99AAB1C}"/>
                </a:ext>
              </a:extLst>
            </p:cNvPr>
            <p:cNvSpPr/>
            <p:nvPr/>
          </p:nvSpPr>
          <p:spPr>
            <a:xfrm>
              <a:off x="-2" y="664200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7895B8-ED2E-E641-C348-D10899511115}"/>
                </a:ext>
              </a:extLst>
            </p:cNvPr>
            <p:cNvSpPr/>
            <p:nvPr/>
          </p:nvSpPr>
          <p:spPr>
            <a:xfrm rot="5400000">
              <a:off x="-3339002" y="3338999"/>
              <a:ext cx="6858003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619704-8C20-36D3-8941-D66095B72AB0}"/>
                </a:ext>
              </a:extLst>
            </p:cNvPr>
            <p:cNvSpPr/>
            <p:nvPr/>
          </p:nvSpPr>
          <p:spPr>
            <a:xfrm rot="16200000">
              <a:off x="8688158" y="3339000"/>
              <a:ext cx="6858000" cy="180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0CC7C7-A40F-63E1-8F0B-332B5825512D}"/>
                </a:ext>
              </a:extLst>
            </p:cNvPr>
            <p:cNvSpPr/>
            <p:nvPr/>
          </p:nvSpPr>
          <p:spPr>
            <a:xfrm>
              <a:off x="0" y="0"/>
              <a:ext cx="12192000" cy="216000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80E9F3-0E9F-6243-DA2A-0688C8211624}"/>
                </a:ext>
              </a:extLst>
            </p:cNvPr>
            <p:cNvSpPr/>
            <p:nvPr/>
          </p:nvSpPr>
          <p:spPr>
            <a:xfrm flipV="1">
              <a:off x="-2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EB6849-F280-1A66-EEB1-F0B2B905D995}"/>
                </a:ext>
              </a:extLst>
            </p:cNvPr>
            <p:cNvSpPr/>
            <p:nvPr/>
          </p:nvSpPr>
          <p:spPr>
            <a:xfrm flipV="1">
              <a:off x="12027157" y="0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7D766E-D0C8-3DBF-50D3-E9882A17EB28}"/>
                </a:ext>
              </a:extLst>
            </p:cNvPr>
            <p:cNvSpPr/>
            <p:nvPr/>
          </p:nvSpPr>
          <p:spPr>
            <a:xfrm flipV="1">
              <a:off x="12027157" y="6641999"/>
              <a:ext cx="180001" cy="215999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D6A077-4147-E492-39B8-724094D5CE3E}"/>
                </a:ext>
              </a:extLst>
            </p:cNvPr>
            <p:cNvSpPr/>
            <p:nvPr/>
          </p:nvSpPr>
          <p:spPr>
            <a:xfrm flipV="1">
              <a:off x="2499" y="6641998"/>
              <a:ext cx="180001" cy="2160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2AD5460-DFD2-B384-5E5D-B949F38EFE0F}"/>
              </a:ext>
            </a:extLst>
          </p:cNvPr>
          <p:cNvGrpSpPr/>
          <p:nvPr/>
        </p:nvGrpSpPr>
        <p:grpSpPr>
          <a:xfrm>
            <a:off x="11184088" y="4695207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3D5DA4-AAC5-E824-4FB9-A946B5463C27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3A9C0868-D432-9464-5B6B-8D029DE05A48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8A3DAB96-06A3-9852-E8D6-5373CE5740C5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05F4295-CB20-3DD4-00C3-CEA2F5FC63F7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D2FC2654-096D-1F31-C3DD-C001A42A469C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35843783-81EC-9710-A263-F7371096A52E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03964F44-4A5A-890E-FDE1-D74AD3FE5EC8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5C694D46-1252-4F70-6FE8-5E0E0E6F5AFA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4E5F169A-4C91-7A00-D743-20B4EC35F70F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88E99F3-6542-B9F1-73D1-34F5BC7C051B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C321A3BB-9F36-8DC3-9479-31A33980314B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E47D1C19-726A-F694-4783-08ABDC5D10A7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028CF34B-47DF-7EB4-1EFB-71AF6171753E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D0AF19D0-3355-2C77-4E7E-281A410A135C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AE8CCC8A-086F-CAB5-1C42-419E26D758A0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D49FB5C9-EEE1-F876-C34E-F15F9A224156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CD1CEF38-8187-573B-6828-CB86CBA6333C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37EA0F3A-BD93-7A81-5C66-D44A3A7B9377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BE880B32-CE43-499D-731C-451DB81EDCA2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6D3856-4485-4FDB-4C99-4BA9C3E4E4C2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B2A02258-C95B-DD6E-AFC8-DD9D312F2E4D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BA4DAC-0733-E560-E3A2-91C6E892D98E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EA93248-9913-8DC7-1426-B017ECF41038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46F471A-6598-2144-7637-A5199F6FFBD7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189" name="도형 188">
                  <a:extLst>
                    <a:ext uri="{FF2B5EF4-FFF2-40B4-BE49-F238E27FC236}">
                      <a16:creationId xmlns:a16="http://schemas.microsoft.com/office/drawing/2014/main" id="{C9C1D315-1138-6297-C085-94A93541B8B9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90" name="도형 189">
                  <a:extLst>
                    <a:ext uri="{FF2B5EF4-FFF2-40B4-BE49-F238E27FC236}">
                      <a16:creationId xmlns:a16="http://schemas.microsoft.com/office/drawing/2014/main" id="{992E14C3-C812-26E7-04D9-9AC7F8C2B79E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10311401-0A68-AAB0-F1E1-46B0E71676B1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7739F59-A238-83F2-6C62-5164467843FD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C54B40A4-BE8C-61D6-0C6B-97345758E960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183" name="그룹 182">
                  <a:extLst>
                    <a:ext uri="{FF2B5EF4-FFF2-40B4-BE49-F238E27FC236}">
                      <a16:creationId xmlns:a16="http://schemas.microsoft.com/office/drawing/2014/main" id="{4331CB3C-5ACB-5AC1-CD0F-C7D793BB0C77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185" name="도형 184">
                    <a:extLst>
                      <a:ext uri="{FF2B5EF4-FFF2-40B4-BE49-F238E27FC236}">
                        <a16:creationId xmlns:a16="http://schemas.microsoft.com/office/drawing/2014/main" id="{FEE5286E-AC9F-6DDC-A760-6765E9D3D4EF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6" name="도형 185">
                    <a:extLst>
                      <a:ext uri="{FF2B5EF4-FFF2-40B4-BE49-F238E27FC236}">
                        <a16:creationId xmlns:a16="http://schemas.microsoft.com/office/drawing/2014/main" id="{C439E6F7-4DA2-BD74-F3FD-3EEEBA67C48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E2A67CBA-848D-85B5-1270-0D0B4536C1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83D89112-6A3C-71B4-683A-D037A2E63D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77F90A92-4C40-8785-84A9-7D3843ADBBE7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1477EB3-5BB1-54FC-E054-5E437515F61D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B253B9A-BD68-0267-AAB6-00F7C1CCC13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9" name="타원 145">
                    <a:extLst>
                      <a:ext uri="{FF2B5EF4-FFF2-40B4-BE49-F238E27FC236}">
                        <a16:creationId xmlns:a16="http://schemas.microsoft.com/office/drawing/2014/main" id="{C2506C5A-EB6B-E7A6-4473-107D19F2A323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0" name="타원 145">
                    <a:extLst>
                      <a:ext uri="{FF2B5EF4-FFF2-40B4-BE49-F238E27FC236}">
                        <a16:creationId xmlns:a16="http://schemas.microsoft.com/office/drawing/2014/main" id="{73B59E42-FE19-983D-2112-6C9145669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B066388E-69C9-BA64-60B1-24DAC076CA4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7" name="사다리꼴 176">
                    <a:extLst>
                      <a:ext uri="{FF2B5EF4-FFF2-40B4-BE49-F238E27FC236}">
                        <a16:creationId xmlns:a16="http://schemas.microsoft.com/office/drawing/2014/main" id="{3B27FA60-3454-4C81-32F8-E1A72570D7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2571785E-5161-9BEF-1C83-33C897B5E0B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470588D0-556D-EB06-BAA7-A4157DB8FC1B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3C008DEB-3886-EA49-E01E-1A5C1C02158B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73" name="타원 145">
                    <a:extLst>
                      <a:ext uri="{FF2B5EF4-FFF2-40B4-BE49-F238E27FC236}">
                        <a16:creationId xmlns:a16="http://schemas.microsoft.com/office/drawing/2014/main" id="{8346A9EB-529E-9EED-178B-B864201A97FF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4" name="타원 145">
                    <a:extLst>
                      <a:ext uri="{FF2B5EF4-FFF2-40B4-BE49-F238E27FC236}">
                        <a16:creationId xmlns:a16="http://schemas.microsoft.com/office/drawing/2014/main" id="{3E73D939-6C6B-4583-E69D-5238473DFE6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43C852ED-8F91-70A4-4BD6-4040B223ECB9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71" name="사다리꼴 170">
                    <a:extLst>
                      <a:ext uri="{FF2B5EF4-FFF2-40B4-BE49-F238E27FC236}">
                        <a16:creationId xmlns:a16="http://schemas.microsoft.com/office/drawing/2014/main" id="{BAC487E9-C098-8615-8C10-70E6796C266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CBAE0E3-DC83-7BF8-73EB-51E7F54EFFFC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9396E737-A974-4086-8757-6EDB24A6AB77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B602F32D-2AAB-251A-F9F0-C1B710890183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7" name="타원 145">
                    <a:extLst>
                      <a:ext uri="{FF2B5EF4-FFF2-40B4-BE49-F238E27FC236}">
                        <a16:creationId xmlns:a16="http://schemas.microsoft.com/office/drawing/2014/main" id="{34E8DB89-6ECA-E8ED-B61E-375A46E5D6A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타원 145">
                    <a:extLst>
                      <a:ext uri="{FF2B5EF4-FFF2-40B4-BE49-F238E27FC236}">
                        <a16:creationId xmlns:a16="http://schemas.microsoft.com/office/drawing/2014/main" id="{02DBD024-1DB2-6D8B-67C0-BAC5ADEC622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2DE67F36-5085-EB77-63C0-657DA9600F9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65" name="사다리꼴 164">
                    <a:extLst>
                      <a:ext uri="{FF2B5EF4-FFF2-40B4-BE49-F238E27FC236}">
                        <a16:creationId xmlns:a16="http://schemas.microsoft.com/office/drawing/2014/main" id="{161ECE25-0461-C10B-6108-84C0E77834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8E4A08FB-E93B-4EF4-7768-815EA911336E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09776DC0-C327-0A3B-D5A1-747689F6E481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152C7AD0-DCD6-48FB-2EE9-4D462AA5CAD9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161" name="타원 145">
                    <a:extLst>
                      <a:ext uri="{FF2B5EF4-FFF2-40B4-BE49-F238E27FC236}">
                        <a16:creationId xmlns:a16="http://schemas.microsoft.com/office/drawing/2014/main" id="{CA49DDE4-D315-0884-03E0-48A4FBCB92C8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2" name="타원 145">
                    <a:extLst>
                      <a:ext uri="{FF2B5EF4-FFF2-40B4-BE49-F238E27FC236}">
                        <a16:creationId xmlns:a16="http://schemas.microsoft.com/office/drawing/2014/main" id="{0708ADBD-9FCF-5122-2D43-8BFEFB4530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E5C82D0E-01A3-D613-DD76-4FC711F2C1C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159" name="사다리꼴 158">
                    <a:extLst>
                      <a:ext uri="{FF2B5EF4-FFF2-40B4-BE49-F238E27FC236}">
                        <a16:creationId xmlns:a16="http://schemas.microsoft.com/office/drawing/2014/main" id="{64DEEC5B-96D7-6732-F0B0-5DE71A00F8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737BE989-C0C2-2DDA-7C95-0E1FAFFDF5B9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498A88F-8818-6698-4960-5A3E9ECA79A9}"/>
              </a:ext>
            </a:extLst>
          </p:cNvPr>
          <p:cNvGrpSpPr/>
          <p:nvPr/>
        </p:nvGrpSpPr>
        <p:grpSpPr>
          <a:xfrm>
            <a:off x="9543717" y="5464722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73C7768-055B-809C-DED3-434855C79B82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F68584E-EA85-52FE-CD5D-EAEA278D4EDA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4E6B6D-A018-9AC5-BB8E-FD50DC7DE8E4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1380521-D7F7-E552-A9A7-A34B5DC7BBAB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2CDF9AF-42D6-0BE2-FAE2-3679A5EC3256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94F2DF6-D261-C299-EBF7-E2E0C189EC1C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1C2C4CD-36A3-683C-5178-D6C5D1819A38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22B432-185B-8B95-718C-4A8A0A77EA25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35F07-AB9D-3B7E-894C-22ED7973EF4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FC7698C-EC0E-97D0-1758-0DE1EC69740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E0F0336-8976-3D3C-14EE-DAF4CBA1A0DA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2C40AD-0BBC-B05D-64BB-8CE05C34F60D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056F81C-6317-888B-8974-4217EDC55EEF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4894CE5-C2EF-919E-AB53-D9A97104A37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DC557A-2A82-4CB2-87B4-B429CA769F87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8046CAF-669C-260B-DF74-04F3CB85C58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B760D97-B1D7-D463-7ECA-75F676F2B348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96C1239-08FA-382A-6D6D-B7396A6C9EE9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7D05A0-FB6A-7743-C5EA-BA0B388F1A9C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27D2C2-8C7C-DC1E-1B36-844A8FD74F72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CEC87D-3BE2-6CC4-1A23-85500237BDE4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36BE70A-1DBC-F603-909E-461F5197764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8E89711-9BB3-E083-6146-3E1B6368189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F8F0240-3352-20CF-9901-E7F5A5FF81CD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54DEB54-3D83-F817-9164-98E356BA5AC0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20B2E45-72FC-20C4-3215-FDF04D1B7FBD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2E25FAF-6F47-3975-F841-B24B6DAE20C8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D226151-E8B9-E4E2-1E1F-3BF6511599B2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FBE6081-09C5-FC30-7117-3BA49749F6B4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B6ADB522-8B4F-F799-D9AC-4F0EA8984501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AAB27E72-BADF-C34E-932D-57D615B36F93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CB41E97-D48C-CCF3-FAC8-77D8588FB62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E52042A-648B-73E2-5C19-73EA9A11037E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6D72C04-5C7F-5375-4AE7-CF89F329DAC4}"/>
              </a:ext>
            </a:extLst>
          </p:cNvPr>
          <p:cNvGrpSpPr/>
          <p:nvPr/>
        </p:nvGrpSpPr>
        <p:grpSpPr>
          <a:xfrm>
            <a:off x="307674" y="523632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2864FA7-E37F-09FC-1AB6-24294742D9C1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128635B-9B11-D23E-99FE-B57F9073348E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AF1AE37-E95C-3889-87B3-D02713C27B9D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8041375-1178-4533-93C2-91EA22C4C151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AF0B365-E90E-C034-98A0-B9A8508E8DFB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0B4979E-1353-A90C-C3E8-A867A9A63F74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8F38C66-58A7-08AE-5080-0B107FBCFBD5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F2F2F77-ED44-212F-2E38-4926F685663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A70766D-AE31-80E3-C082-2C4320BF5ED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AB1B083-D1FB-DAE4-98DB-9201ABDF4F95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3FD4B2-4F1B-1B98-A6A2-6F9698E8730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49A4D52-72CF-3F94-6FE8-E5F4ABFE7EF5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C2F8EB-6D04-AA51-87B8-D15E6D57EB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433F75-DD8C-013D-A193-2AA426987161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6BBE9B0-4383-1A32-2F26-44D7D8730331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DA8DABC-FBE3-2298-D3A1-8B15F331200E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9E98A9E-D00C-F5EC-1132-527E09B5F789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7334E-032D-85A4-4A31-EDAC4EF37525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3C9074D-A399-40F2-6B92-A7596FD0365F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E98E82A-B292-1738-62D8-74A0FA00D7DD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96D2687-EB48-E29C-0221-E9DFC4CA157C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A2BC5D9-3D14-9025-656A-7EA68A1715EF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328BDAC-28D1-5863-F89E-E467516A6AC0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A6DAA2F6-769B-9F65-FB6C-E261303502A4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7788D87-72B9-1558-1DB9-DD6339135EE4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B335E0E2-1659-ACC8-7535-119495148708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905A15F-936D-83BD-C627-EF49E8AAFF5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0C93DB00-FCE3-5A36-B3CE-01D145DEB444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E42C9537-B84F-3A21-BDC2-CA4B7B9E7302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7EB31223-7898-1AF3-28AB-4D4048D70FE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833ADF4-9C04-A81F-0B48-2B83B5CA483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97554A1F-40D0-A045-6C89-9F3BF6E7D9C8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DE762491-397A-FFE3-0D3A-9EE4FDB3C789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55FD88C-56F1-8C61-B445-4238AE760BA5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CCEE49F-CD6F-3969-C066-B17D9C6187D4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62C321-FC98-4D6E-052B-F57B41CC0290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FB97F3D-2BDB-ECF6-3048-2245E6372491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0EAB27-37D9-4550-7B93-029B969D1CA4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323528-1732-003E-B974-AE417B4D0672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D087259-471A-0586-4244-E9FE2AA6FAA4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E20B40-023D-D567-3802-1E0A2C3791D1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A45AEBC-39FB-43C0-0AFC-4716117E8584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59595E4-461E-504F-0EC0-23722BA0C729}"/>
              </a:ext>
            </a:extLst>
          </p:cNvPr>
          <p:cNvGrpSpPr/>
          <p:nvPr/>
        </p:nvGrpSpPr>
        <p:grpSpPr>
          <a:xfrm>
            <a:off x="1114229" y="5488549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9" name="그룹 308">
              <a:extLst>
                <a:ext uri="{FF2B5EF4-FFF2-40B4-BE49-F238E27FC236}">
                  <a16:creationId xmlns:a16="http://schemas.microsoft.com/office/drawing/2014/main" id="{200A4AD9-1381-D12D-5C02-00B589B82466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179D54BB-E465-0055-DEC9-2E3367E2EDE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34C9C01D-AE22-1162-1D2E-9D4CF95EF8C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47407EF9-C09A-295D-5E20-421CD4C7246E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2707969A-C078-AE50-E120-E578482276A1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D3DC8643-1A9D-4057-9C1D-B23E1B59EA5B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E63675B-8AEB-E765-F9AD-58FFAC72531C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6CCC16B6-6069-34C7-7963-738FB43CEE74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1BA3715B-BF64-3B24-4418-2C86EE0823EC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5960F3D2-6FE2-16DF-4C61-F8D87419DF87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이등변 삼각형 335">
                <a:extLst>
                  <a:ext uri="{FF2B5EF4-FFF2-40B4-BE49-F238E27FC236}">
                    <a16:creationId xmlns:a16="http://schemas.microsoft.com/office/drawing/2014/main" id="{972A188B-9910-B7B8-44C9-062449832C6A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987B88F0-E02B-B27C-4DE2-A82EF385C3D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DE812686-2463-E57B-7C83-A8160F3770A4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3AF1C0C8-C938-FA3B-9D89-2EB376A9291E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7270D62-4737-DFB6-FBB5-DD2EEDC4D737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5E6CD098-8F69-64FA-04C4-3E7F44D087DF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77254737-B835-FE66-8F5B-24188B8CFF53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A16F353C-C89E-B95C-D6C1-67E0A75D4D3F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B0AD03E-88C1-4F76-5A36-F77046F8A80E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48DA734D-6AA6-16DC-564B-18D5278FD93A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3892DB3E-D6C9-3AE2-31B7-9ACACDB74FE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E7E91681-969A-AE3F-0A8E-994C19A8CD36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17E632D3-AB0E-7D39-E5B6-F3B956FDC2A2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7D2F8E7A-9303-1640-29F7-96C1A4070CDF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7030A8CD-2EC9-CF0B-4B5B-3C96F54012F8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A06BB71D-CD4C-CAEA-24EE-7949D15B98D8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566F7BAA-1CEE-8B7F-8967-03DC4F3F9AB5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A2419CDD-4EE9-8A19-5EBF-D30AF6BCF32A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27874722-A85C-8811-3E83-A22B7D77C211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E8A4579-C95E-E905-255E-B154F3D078B2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F1E582-336F-F720-DCC5-035558E839EB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496C197-878E-46A4-819A-D58F52C87DA4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EA14F3B2-4E05-7F1A-1518-66C6B961687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180BFA9-4755-CC67-D63C-7A1333585CB0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32C1178C-DE31-827C-98B1-2B673544CD5F}"/>
              </a:ext>
            </a:extLst>
          </p:cNvPr>
          <p:cNvGrpSpPr/>
          <p:nvPr/>
        </p:nvGrpSpPr>
        <p:grpSpPr>
          <a:xfrm>
            <a:off x="1102624" y="5493615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8" name="그룹 407">
              <a:extLst>
                <a:ext uri="{FF2B5EF4-FFF2-40B4-BE49-F238E27FC236}">
                  <a16:creationId xmlns:a16="http://schemas.microsoft.com/office/drawing/2014/main" id="{D8498483-D572-C2CF-5486-04A3D0927EA8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438" name="직사각형 437">
                <a:extLst>
                  <a:ext uri="{FF2B5EF4-FFF2-40B4-BE49-F238E27FC236}">
                    <a16:creationId xmlns:a16="http://schemas.microsoft.com/office/drawing/2014/main" id="{63110937-BE93-59EF-2284-7CEAB47BAC9F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9" name="직사각형 438">
                <a:extLst>
                  <a:ext uri="{FF2B5EF4-FFF2-40B4-BE49-F238E27FC236}">
                    <a16:creationId xmlns:a16="http://schemas.microsoft.com/office/drawing/2014/main" id="{C7FC7FF9-C904-E68D-6871-0C3690E6FE3E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25D5100A-8DED-5F9C-A5AA-772A944C149A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1" name="직사각형 440">
                <a:extLst>
                  <a:ext uri="{FF2B5EF4-FFF2-40B4-BE49-F238E27FC236}">
                    <a16:creationId xmlns:a16="http://schemas.microsoft.com/office/drawing/2014/main" id="{4FFD760C-B2D6-2391-AD2B-AC200A2A5807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5AFA6377-A92A-0CAA-215C-8FDEB3A5286C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7CDF0AAB-021B-137F-77F7-17D4F313A4B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9AA4BAA1-5828-54C4-6FA3-F9597B605869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4603D9DE-3A1C-7090-6636-21178CFF02B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89BC582B-A46E-C64D-6DEB-68E31CD56006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5" name="이등변 삼각형 434">
                <a:extLst>
                  <a:ext uri="{FF2B5EF4-FFF2-40B4-BE49-F238E27FC236}">
                    <a16:creationId xmlns:a16="http://schemas.microsoft.com/office/drawing/2014/main" id="{694A3ACA-1880-A06A-2276-8E75F010FCEC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E566D244-0CF6-73F4-B64E-546645213614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103514B9-E96E-7CB2-1942-1E55F3A41BF6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7E9FB594-A302-0BB6-643C-0B95CB338C22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49D39CF3-CBDD-A282-3F24-3400D5D0A3B6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1" name="직사각형 430">
                <a:extLst>
                  <a:ext uri="{FF2B5EF4-FFF2-40B4-BE49-F238E27FC236}">
                    <a16:creationId xmlns:a16="http://schemas.microsoft.com/office/drawing/2014/main" id="{9FB738EA-853E-0998-320D-ED02F4DA48E2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A9076340-67B6-B097-B59B-5199F72898CF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E7070246-B179-8C2A-260A-EC96942319F0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54FB799D-DAEB-49C0-5E6A-9B6CEDB67AEB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3DF829D5-08B0-2F20-968D-AED0AB5364E7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3E6DDF1D-F651-E685-B4C1-D8692EC308FB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667EF1F5-AA72-76FC-8F48-FDD380977A5D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EAE6ED9D-232F-4530-9745-E464BE1A9BBB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8CFFE49D-1771-2CDB-36D3-16FA14A262C5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8" name="직사각형 427">
                  <a:extLst>
                    <a:ext uri="{FF2B5EF4-FFF2-40B4-BE49-F238E27FC236}">
                      <a16:creationId xmlns:a16="http://schemas.microsoft.com/office/drawing/2014/main" id="{23A40F08-5A59-40D7-3596-96E114E6584D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B5A3CD1C-5B96-983D-D326-2D31D9D460BA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A95A28B6-6672-F295-5891-00C1B4ABF891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12CFFC7E-39FB-A76C-246C-5DFE64B74781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AA39346D-73B1-4184-86E1-F12F23FAB704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42ABE042-B36A-A073-C47E-B1B4740347D3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83A00842-DD9B-2132-136C-F289D4EA0AE3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C7F1B360-365B-0D8D-3850-D8D76DE66580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F07C7656-DA37-ECB1-0407-ED93A4FA0113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88E9416C-3A77-0B26-AAB2-2F6A280312F3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81E33414-D883-A6A8-BC60-E5533C3C1F1C}"/>
              </a:ext>
            </a:extLst>
          </p:cNvPr>
          <p:cNvGrpSpPr/>
          <p:nvPr/>
        </p:nvGrpSpPr>
        <p:grpSpPr>
          <a:xfrm>
            <a:off x="1754342" y="5769037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E5E0C5E7-9264-9F1F-7950-A01378A570E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직사각형 443">
              <a:extLst>
                <a:ext uri="{FF2B5EF4-FFF2-40B4-BE49-F238E27FC236}">
                  <a16:creationId xmlns:a16="http://schemas.microsoft.com/office/drawing/2014/main" id="{181AD088-D1C1-2643-46A3-0DD3FF3F7FB2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26E930D2-E362-EAA9-429E-BAF0B0AE338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2174EB78-B2FA-D520-1FA9-3C1AE4ADCF0E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50DF7376-A52D-C289-CB1F-080FE1A78F03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3FF6CD96-EE93-B76F-D38A-C4B788724DD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C2A8E490-448D-F2C2-84A6-8C3EEEC710DD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9460043F-10E1-02C2-7EFF-8B2ECB56A65B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02FF679-0FAE-9953-5402-F2BFFA6B83E7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직사각형 451">
              <a:extLst>
                <a:ext uri="{FF2B5EF4-FFF2-40B4-BE49-F238E27FC236}">
                  <a16:creationId xmlns:a16="http://schemas.microsoft.com/office/drawing/2014/main" id="{4C2C372E-9E29-8159-266D-D768979B7F3C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5AC4928C-1716-4ED4-B727-54787FAFFB75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524938D8-A5DF-6006-BB8E-9EB23C55D50B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:a16="http://schemas.microsoft.com/office/drawing/2014/main" id="{02B441E6-5A2C-12BF-399B-E43FFF87E247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:a16="http://schemas.microsoft.com/office/drawing/2014/main" id="{D14AE25F-6DB8-DA52-D9C4-0D69C4F43D67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직사각형 456">
              <a:extLst>
                <a:ext uri="{FF2B5EF4-FFF2-40B4-BE49-F238E27FC236}">
                  <a16:creationId xmlns:a16="http://schemas.microsoft.com/office/drawing/2014/main" id="{B8C69F55-C766-7B2F-0DC4-5E021416D7EC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직사각형 457">
              <a:extLst>
                <a:ext uri="{FF2B5EF4-FFF2-40B4-BE49-F238E27FC236}">
                  <a16:creationId xmlns:a16="http://schemas.microsoft.com/office/drawing/2014/main" id="{CE07442D-D94F-456E-5EF0-5F20892F8F35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:a16="http://schemas.microsoft.com/office/drawing/2014/main" id="{CFD0949E-FAF7-8938-A777-8BF8F763E56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:a16="http://schemas.microsoft.com/office/drawing/2014/main" id="{C23EA288-A943-5420-BF5B-2C4820B25EA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5DCC4A94-DACF-5619-DBF5-D8BFD90F8CD5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2AAC887D-22F6-9A34-2534-7A3D3C9D6F01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CB3086A2-54CF-B9D7-5DC4-C657EFEC3AA9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F5F6A8D7-7095-5643-1193-E584852C7FE4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B63C99DC-ED5B-E219-F3B5-1151680EEB89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그룹 465">
              <a:extLst>
                <a:ext uri="{FF2B5EF4-FFF2-40B4-BE49-F238E27FC236}">
                  <a16:creationId xmlns:a16="http://schemas.microsoft.com/office/drawing/2014/main" id="{0256971D-6B78-A06A-38AA-6DC9AC7E745C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08AB32D3-FE95-45E1-F3B9-3518FB68376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AE751E73-0A61-171E-FDB1-AF3719947250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DDF14339-653D-5B0F-CBA5-01AA876EA75A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41BC4332-2EEC-C076-AB5C-4A5E271C3B79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A9F4BDF6-EDB5-5870-3758-DDF554F4D468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345B4DD5-A2E0-E40B-8572-EDDEFF002C04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3" name="직사각형 472">
                <a:extLst>
                  <a:ext uri="{FF2B5EF4-FFF2-40B4-BE49-F238E27FC236}">
                    <a16:creationId xmlns:a16="http://schemas.microsoft.com/office/drawing/2014/main" id="{2520A37E-22A2-14C1-C0C4-9613767D08F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5193EA15-D31D-D2DF-38C0-569629440BBA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5" name="직사각형 474">
                <a:extLst>
                  <a:ext uri="{FF2B5EF4-FFF2-40B4-BE49-F238E27FC236}">
                    <a16:creationId xmlns:a16="http://schemas.microsoft.com/office/drawing/2014/main" id="{8BAF3795-A29C-51B1-A444-DF00374FC43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5846DE5C-A259-5EE7-AA83-4D6E738C5AC2}"/>
              </a:ext>
            </a:extLst>
          </p:cNvPr>
          <p:cNvGrpSpPr/>
          <p:nvPr/>
        </p:nvGrpSpPr>
        <p:grpSpPr>
          <a:xfrm>
            <a:off x="10241930" y="5044300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B1BA7185-6859-899E-B997-DBDB27320D5B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26D6DA3A-A938-ECF2-4CAB-17A406DDF4A8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D5908B12-4D77-75C5-1543-700CA05E8C97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0" name="직사각형 489">
                <a:extLst>
                  <a:ext uri="{FF2B5EF4-FFF2-40B4-BE49-F238E27FC236}">
                    <a16:creationId xmlns:a16="http://schemas.microsoft.com/office/drawing/2014/main" id="{772550B0-293F-E2BA-46DD-63C1DE1F494D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1" name="직사각형 490">
                <a:extLst>
                  <a:ext uri="{FF2B5EF4-FFF2-40B4-BE49-F238E27FC236}">
                    <a16:creationId xmlns:a16="http://schemas.microsoft.com/office/drawing/2014/main" id="{D34DF0BB-19A8-B120-E410-30BD0F36FFF9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2" name="직사각형 491">
                <a:extLst>
                  <a:ext uri="{FF2B5EF4-FFF2-40B4-BE49-F238E27FC236}">
                    <a16:creationId xmlns:a16="http://schemas.microsoft.com/office/drawing/2014/main" id="{F731CB32-0E05-95AF-F138-F17D4CB2C326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3" name="직사각형 492">
                <a:extLst>
                  <a:ext uri="{FF2B5EF4-FFF2-40B4-BE49-F238E27FC236}">
                    <a16:creationId xmlns:a16="http://schemas.microsoft.com/office/drawing/2014/main" id="{8D90A7DB-BA3F-FAE1-4D89-CC0A0A61F2D4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6575254F-EEF7-8C48-3B76-CCE5DED29235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CF94EDF1-B98D-A709-BC4F-6DAC1D37CF9C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1DB27B74-F7CA-3CB0-FAD2-EEF17ABF4F6E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7205AA34-7A71-2541-2502-66D068A31010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6252DA86-4F17-5A39-EFAD-099601B9987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484" name="순서도: 수행의 시작/종료 483">
                <a:extLst>
                  <a:ext uri="{FF2B5EF4-FFF2-40B4-BE49-F238E27FC236}">
                    <a16:creationId xmlns:a16="http://schemas.microsoft.com/office/drawing/2014/main" id="{6D1FBB7A-58E0-B53D-A043-70FD50EA2ABD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5" name="순서도: 수행의 시작/종료 484">
                <a:extLst>
                  <a:ext uri="{FF2B5EF4-FFF2-40B4-BE49-F238E27FC236}">
                    <a16:creationId xmlns:a16="http://schemas.microsoft.com/office/drawing/2014/main" id="{4990189D-B505-FEFA-F29A-E4137A0FC729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순서도: 수행의 시작/종료 485">
                <a:extLst>
                  <a:ext uri="{FF2B5EF4-FFF2-40B4-BE49-F238E27FC236}">
                    <a16:creationId xmlns:a16="http://schemas.microsoft.com/office/drawing/2014/main" id="{5B796962-CB2E-D800-12C3-337DE3B56832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7" name="순서도: 수행의 시작/종료 486">
                <a:extLst>
                  <a:ext uri="{FF2B5EF4-FFF2-40B4-BE49-F238E27FC236}">
                    <a16:creationId xmlns:a16="http://schemas.microsoft.com/office/drawing/2014/main" id="{3D40EC39-FFBB-8DE0-5F15-F86A0A97D7A2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C34201A3-84FE-FC25-CFBC-EFDE3C79C283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480" name="순서도: 수행의 시작/종료 479">
                <a:extLst>
                  <a:ext uri="{FF2B5EF4-FFF2-40B4-BE49-F238E27FC236}">
                    <a16:creationId xmlns:a16="http://schemas.microsoft.com/office/drawing/2014/main" id="{5F188960-972C-3C94-7870-F38EEB6A88A9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순서도: 수행의 시작/종료 480">
                <a:extLst>
                  <a:ext uri="{FF2B5EF4-FFF2-40B4-BE49-F238E27FC236}">
                    <a16:creationId xmlns:a16="http://schemas.microsoft.com/office/drawing/2014/main" id="{7DA89F52-5C3B-6F7A-2211-A507647428C6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2" name="순서도: 수행의 시작/종료 481">
                <a:extLst>
                  <a:ext uri="{FF2B5EF4-FFF2-40B4-BE49-F238E27FC236}">
                    <a16:creationId xmlns:a16="http://schemas.microsoft.com/office/drawing/2014/main" id="{F461927F-C919-47E9-FC0F-46A2144D3AA5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3" name="순서도: 수행의 시작/종료 482">
                <a:extLst>
                  <a:ext uri="{FF2B5EF4-FFF2-40B4-BE49-F238E27FC236}">
                    <a16:creationId xmlns:a16="http://schemas.microsoft.com/office/drawing/2014/main" id="{A2A54F2F-2743-592F-F977-656A03907441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4DF75D-CF2E-4CC9-3742-6E7CA73317E5}"/>
              </a:ext>
            </a:extLst>
          </p:cNvPr>
          <p:cNvSpPr txBox="1"/>
          <p:nvPr/>
        </p:nvSpPr>
        <p:spPr>
          <a:xfrm>
            <a:off x="2851750" y="2654087"/>
            <a:ext cx="934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99BB3-6131-5F0C-86D5-F1214F7F95B5}"/>
              </a:ext>
            </a:extLst>
          </p:cNvPr>
          <p:cNvSpPr txBox="1"/>
          <p:nvPr/>
        </p:nvSpPr>
        <p:spPr>
          <a:xfrm>
            <a:off x="4259869" y="2654087"/>
            <a:ext cx="934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86697-0A9B-F88B-10CA-8FADA76AB298}"/>
              </a:ext>
            </a:extLst>
          </p:cNvPr>
          <p:cNvSpPr txBox="1"/>
          <p:nvPr/>
        </p:nvSpPr>
        <p:spPr>
          <a:xfrm>
            <a:off x="5667988" y="2654087"/>
            <a:ext cx="934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8C0101-3B04-4F8B-1902-4903BC5C9630}"/>
              </a:ext>
            </a:extLst>
          </p:cNvPr>
          <p:cNvSpPr txBox="1"/>
          <p:nvPr/>
        </p:nvSpPr>
        <p:spPr>
          <a:xfrm>
            <a:off x="7076107" y="2654087"/>
            <a:ext cx="934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 err="1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니</a:t>
            </a:r>
            <a:endParaRPr lang="ko-KR" altLang="en-US" sz="8000" dirty="0">
              <a:solidFill>
                <a:srgbClr val="3A407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E8533C-CB8C-5B07-9F0F-BF4EB2075657}"/>
              </a:ext>
            </a:extLst>
          </p:cNvPr>
          <p:cNvSpPr txBox="1"/>
          <p:nvPr/>
        </p:nvSpPr>
        <p:spPr>
          <a:xfrm>
            <a:off x="8484226" y="2654087"/>
            <a:ext cx="934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>
                <a:solidFill>
                  <a:srgbClr val="3A407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다</a:t>
            </a:r>
          </a:p>
        </p:txBody>
      </p: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97F2B4D8-F290-A8E3-52B9-E9ABF6D7BC1D}"/>
              </a:ext>
            </a:extLst>
          </p:cNvPr>
          <p:cNvGrpSpPr/>
          <p:nvPr/>
        </p:nvGrpSpPr>
        <p:grpSpPr>
          <a:xfrm rot="10800000">
            <a:off x="11184088" y="207706"/>
            <a:ext cx="810707" cy="1977664"/>
            <a:chOff x="6058976" y="1435372"/>
            <a:chExt cx="2001263" cy="4881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A1D38E54-7761-BA64-2431-9C57EA86B5B2}"/>
                </a:ext>
              </a:extLst>
            </p:cNvPr>
            <p:cNvGrpSpPr/>
            <p:nvPr/>
          </p:nvGrpSpPr>
          <p:grpSpPr>
            <a:xfrm>
              <a:off x="6096000" y="1435372"/>
              <a:ext cx="1930298" cy="485452"/>
              <a:chOff x="4238625" y="5044906"/>
              <a:chExt cx="2682039" cy="804546"/>
            </a:xfrm>
          </p:grpSpPr>
          <p:sp>
            <p:nvSpPr>
              <p:cNvPr id="369" name="타원 368">
                <a:extLst>
                  <a:ext uri="{FF2B5EF4-FFF2-40B4-BE49-F238E27FC236}">
                    <a16:creationId xmlns:a16="http://schemas.microsoft.com/office/drawing/2014/main" id="{DE67AC17-3B71-8F15-73D2-A64274145597}"/>
                  </a:ext>
                </a:extLst>
              </p:cNvPr>
              <p:cNvSpPr/>
              <p:nvPr/>
            </p:nvSpPr>
            <p:spPr>
              <a:xfrm>
                <a:off x="4610100" y="5044906"/>
                <a:ext cx="2042288" cy="71135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BE76B896-3376-1F02-3E1B-19AAD67BC58C}"/>
                  </a:ext>
                </a:extLst>
              </p:cNvPr>
              <p:cNvSpPr/>
              <p:nvPr/>
            </p:nvSpPr>
            <p:spPr>
              <a:xfrm>
                <a:off x="4238625" y="5431560"/>
                <a:ext cx="2682039" cy="41789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FCD1EDF8-6436-2977-920D-E3029AF2C63A}"/>
                </a:ext>
              </a:extLst>
            </p:cNvPr>
            <p:cNvSpPr/>
            <p:nvPr/>
          </p:nvSpPr>
          <p:spPr>
            <a:xfrm>
              <a:off x="6096000" y="1941581"/>
              <a:ext cx="1924050" cy="1909059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7BECEEA7-BBD4-0919-F952-E5CAA6EC45A8}"/>
                </a:ext>
              </a:extLst>
            </p:cNvPr>
            <p:cNvGrpSpPr/>
            <p:nvPr/>
          </p:nvGrpSpPr>
          <p:grpSpPr>
            <a:xfrm>
              <a:off x="6058976" y="3858136"/>
              <a:ext cx="2001263" cy="2459179"/>
              <a:chOff x="9286449" y="2441301"/>
              <a:chExt cx="2210226" cy="2715956"/>
            </a:xfrm>
          </p:grpSpPr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65B5FE8F-12D8-1585-DCB4-92BA7C41EB55}"/>
                  </a:ext>
                </a:extLst>
              </p:cNvPr>
              <p:cNvSpPr/>
              <p:nvPr/>
            </p:nvSpPr>
            <p:spPr>
              <a:xfrm>
                <a:off x="9286449" y="2441301"/>
                <a:ext cx="2210226" cy="2715956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63B6798A-1266-815E-40F0-13ADDBEC7A89}"/>
                  </a:ext>
                </a:extLst>
              </p:cNvPr>
              <p:cNvSpPr/>
              <p:nvPr/>
            </p:nvSpPr>
            <p:spPr>
              <a:xfrm>
                <a:off x="9877028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192ADB41-B3FC-8106-96B0-1109FCF0276D}"/>
                  </a:ext>
                </a:extLst>
              </p:cNvPr>
              <p:cNvSpPr/>
              <p:nvPr/>
            </p:nvSpPr>
            <p:spPr>
              <a:xfrm>
                <a:off x="10701796" y="285688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5" name="직사각형 354">
                <a:extLst>
                  <a:ext uri="{FF2B5EF4-FFF2-40B4-BE49-F238E27FC236}">
                    <a16:creationId xmlns:a16="http://schemas.microsoft.com/office/drawing/2014/main" id="{7A398166-CDA0-F08A-4BDD-C954C1A94731}"/>
                  </a:ext>
                </a:extLst>
              </p:cNvPr>
              <p:cNvSpPr/>
              <p:nvPr/>
            </p:nvSpPr>
            <p:spPr>
              <a:xfrm>
                <a:off x="11114180" y="285688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6" name="직사각형 355">
                <a:extLst>
                  <a:ext uri="{FF2B5EF4-FFF2-40B4-BE49-F238E27FC236}">
                    <a16:creationId xmlns:a16="http://schemas.microsoft.com/office/drawing/2014/main" id="{6380AF5E-7F04-0D21-BACF-094A3BF0D568}"/>
                  </a:ext>
                </a:extLst>
              </p:cNvPr>
              <p:cNvSpPr/>
              <p:nvPr/>
            </p:nvSpPr>
            <p:spPr>
              <a:xfrm>
                <a:off x="9877028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5338A42B-D1D5-B2A1-C78E-7A7163C7C614}"/>
                  </a:ext>
                </a:extLst>
              </p:cNvPr>
              <p:cNvSpPr/>
              <p:nvPr/>
            </p:nvSpPr>
            <p:spPr>
              <a:xfrm>
                <a:off x="10289412" y="3272476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2EDC578D-C235-9831-AE63-FCCCE029BF09}"/>
                  </a:ext>
                </a:extLst>
              </p:cNvPr>
              <p:cNvSpPr/>
              <p:nvPr/>
            </p:nvSpPr>
            <p:spPr>
              <a:xfrm>
                <a:off x="9464644" y="3688063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5DD7D15-FFB5-000F-5192-CC96D1F2DDCB}"/>
                  </a:ext>
                </a:extLst>
              </p:cNvPr>
              <p:cNvSpPr/>
              <p:nvPr/>
            </p:nvSpPr>
            <p:spPr>
              <a:xfrm>
                <a:off x="10289412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0" name="직사각형 359">
                <a:extLst>
                  <a:ext uri="{FF2B5EF4-FFF2-40B4-BE49-F238E27FC236}">
                    <a16:creationId xmlns:a16="http://schemas.microsoft.com/office/drawing/2014/main" id="{01600924-1C94-30F9-9A36-09387D4C2D46}"/>
                  </a:ext>
                </a:extLst>
              </p:cNvPr>
              <p:cNvSpPr/>
              <p:nvPr/>
            </p:nvSpPr>
            <p:spPr>
              <a:xfrm>
                <a:off x="10701796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DF446265-FDD7-DE85-C2C5-67318C166D79}"/>
                  </a:ext>
                </a:extLst>
              </p:cNvPr>
              <p:cNvSpPr/>
              <p:nvPr/>
            </p:nvSpPr>
            <p:spPr>
              <a:xfrm>
                <a:off x="11114180" y="3688063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2" name="직사각형 361">
                <a:extLst>
                  <a:ext uri="{FF2B5EF4-FFF2-40B4-BE49-F238E27FC236}">
                    <a16:creationId xmlns:a16="http://schemas.microsoft.com/office/drawing/2014/main" id="{E3B26BF7-948E-E367-E82B-DC02CD83A229}"/>
                  </a:ext>
                </a:extLst>
              </p:cNvPr>
              <p:cNvSpPr/>
              <p:nvPr/>
            </p:nvSpPr>
            <p:spPr>
              <a:xfrm>
                <a:off x="9877028" y="410365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3" name="직사각형 362">
                <a:extLst>
                  <a:ext uri="{FF2B5EF4-FFF2-40B4-BE49-F238E27FC236}">
                    <a16:creationId xmlns:a16="http://schemas.microsoft.com/office/drawing/2014/main" id="{50A79F0A-8204-160C-43F1-9C13610EC352}"/>
                  </a:ext>
                </a:extLst>
              </p:cNvPr>
              <p:cNvSpPr/>
              <p:nvPr/>
            </p:nvSpPr>
            <p:spPr>
              <a:xfrm>
                <a:off x="9464644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4" name="직사각형 363">
                <a:extLst>
                  <a:ext uri="{FF2B5EF4-FFF2-40B4-BE49-F238E27FC236}">
                    <a16:creationId xmlns:a16="http://schemas.microsoft.com/office/drawing/2014/main" id="{E882D3EA-EFD9-B519-B4E9-92D6868AE6A8}"/>
                  </a:ext>
                </a:extLst>
              </p:cNvPr>
              <p:cNvSpPr/>
              <p:nvPr/>
            </p:nvSpPr>
            <p:spPr>
              <a:xfrm>
                <a:off x="10289412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5" name="직사각형 364">
                <a:extLst>
                  <a:ext uri="{FF2B5EF4-FFF2-40B4-BE49-F238E27FC236}">
                    <a16:creationId xmlns:a16="http://schemas.microsoft.com/office/drawing/2014/main" id="{863434C1-754C-A7C4-CF3E-EE3EC8088C93}"/>
                  </a:ext>
                </a:extLst>
              </p:cNvPr>
              <p:cNvSpPr/>
              <p:nvPr/>
            </p:nvSpPr>
            <p:spPr>
              <a:xfrm>
                <a:off x="10701796" y="4537369"/>
                <a:ext cx="204300" cy="204300"/>
              </a:xfrm>
              <a:prstGeom prst="rect">
                <a:avLst/>
              </a:prstGeom>
              <a:solidFill>
                <a:srgbClr val="CF1E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6" name="직사각형 365">
                <a:extLst>
                  <a:ext uri="{FF2B5EF4-FFF2-40B4-BE49-F238E27FC236}">
                    <a16:creationId xmlns:a16="http://schemas.microsoft.com/office/drawing/2014/main" id="{4EE754C2-480F-06E3-469A-EC4A6335DBBC}"/>
                  </a:ext>
                </a:extLst>
              </p:cNvPr>
              <p:cNvSpPr/>
              <p:nvPr/>
            </p:nvSpPr>
            <p:spPr>
              <a:xfrm>
                <a:off x="11114181" y="4537369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230CAE58-A1B2-0605-A7C5-CC995F34443E}"/>
                  </a:ext>
                </a:extLst>
              </p:cNvPr>
              <p:cNvSpPr/>
              <p:nvPr/>
            </p:nvSpPr>
            <p:spPr>
              <a:xfrm>
                <a:off x="11114181" y="4098030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BD30539E-4D61-29AB-6CE3-C25332470B11}"/>
                  </a:ext>
                </a:extLst>
              </p:cNvPr>
              <p:cNvSpPr/>
              <p:nvPr/>
            </p:nvSpPr>
            <p:spPr>
              <a:xfrm>
                <a:off x="11114181" y="3248724"/>
                <a:ext cx="204300" cy="204300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6" name="그룹 275">
              <a:extLst>
                <a:ext uri="{FF2B5EF4-FFF2-40B4-BE49-F238E27FC236}">
                  <a16:creationId xmlns:a16="http://schemas.microsoft.com/office/drawing/2014/main" id="{7DCD5EBA-F261-2F0A-A772-2EBC0F904DA6}"/>
                </a:ext>
              </a:extLst>
            </p:cNvPr>
            <p:cNvGrpSpPr/>
            <p:nvPr/>
          </p:nvGrpSpPr>
          <p:grpSpPr>
            <a:xfrm>
              <a:off x="7040031" y="2297121"/>
              <a:ext cx="855626" cy="857280"/>
              <a:chOff x="4331496" y="1428409"/>
              <a:chExt cx="2167466" cy="2171654"/>
            </a:xfrm>
          </p:grpSpPr>
          <p:grpSp>
            <p:nvGrpSpPr>
              <p:cNvPr id="348" name="그룹 347">
                <a:extLst>
                  <a:ext uri="{FF2B5EF4-FFF2-40B4-BE49-F238E27FC236}">
                    <a16:creationId xmlns:a16="http://schemas.microsoft.com/office/drawing/2014/main" id="{20F948EF-53C7-8521-546D-7AF1381B40B8}"/>
                  </a:ext>
                </a:extLst>
              </p:cNvPr>
              <p:cNvGrpSpPr/>
              <p:nvPr/>
            </p:nvGrpSpPr>
            <p:grpSpPr>
              <a:xfrm>
                <a:off x="4331496" y="1428409"/>
                <a:ext cx="2167466" cy="2171654"/>
                <a:chOff x="4331496" y="1428409"/>
                <a:chExt cx="2167466" cy="2171654"/>
              </a:xfrm>
            </p:grpSpPr>
            <p:sp>
              <p:nvSpPr>
                <p:cNvPr id="350" name="도형 349">
                  <a:extLst>
                    <a:ext uri="{FF2B5EF4-FFF2-40B4-BE49-F238E27FC236}">
                      <a16:creationId xmlns:a16="http://schemas.microsoft.com/office/drawing/2014/main" id="{D57475E3-6B4B-0BA6-5632-0EED71F79958}"/>
                    </a:ext>
                  </a:extLst>
                </p:cNvPr>
                <p:cNvSpPr/>
                <p:nvPr/>
              </p:nvSpPr>
              <p:spPr>
                <a:xfrm rot="1800000">
                  <a:off x="4331496" y="1432597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51" name="도형 350">
                  <a:extLst>
                    <a:ext uri="{FF2B5EF4-FFF2-40B4-BE49-F238E27FC236}">
                      <a16:creationId xmlns:a16="http://schemas.microsoft.com/office/drawing/2014/main" id="{6EEF0043-F086-2684-7037-F00D233B8D1F}"/>
                    </a:ext>
                  </a:extLst>
                </p:cNvPr>
                <p:cNvSpPr/>
                <p:nvPr/>
              </p:nvSpPr>
              <p:spPr>
                <a:xfrm>
                  <a:off x="4331496" y="1428409"/>
                  <a:ext cx="2167466" cy="2167466"/>
                </a:xfrm>
                <a:prstGeom prst="gear6">
                  <a:avLst>
                    <a:gd name="adj1" fmla="val 13147"/>
                    <a:gd name="adj2" fmla="val 3526"/>
                  </a:avLst>
                </a:prstGeom>
                <a:solidFill>
                  <a:srgbClr val="F6D247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</p:grpSp>
          <p:sp>
            <p:nvSpPr>
              <p:cNvPr id="349" name="타원 348">
                <a:extLst>
                  <a:ext uri="{FF2B5EF4-FFF2-40B4-BE49-F238E27FC236}">
                    <a16:creationId xmlns:a16="http://schemas.microsoft.com/office/drawing/2014/main" id="{9C0B08B8-429B-5475-1F84-684122A1C718}"/>
                  </a:ext>
                </a:extLst>
              </p:cNvPr>
              <p:cNvSpPr/>
              <p:nvPr/>
            </p:nvSpPr>
            <p:spPr>
              <a:xfrm>
                <a:off x="4715259" y="1812172"/>
                <a:ext cx="1399940" cy="1399940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7" name="그룹 276">
              <a:extLst>
                <a:ext uri="{FF2B5EF4-FFF2-40B4-BE49-F238E27FC236}">
                  <a16:creationId xmlns:a16="http://schemas.microsoft.com/office/drawing/2014/main" id="{32B0BD2F-B326-C380-8FD9-00CDBA078EBC}"/>
                </a:ext>
              </a:extLst>
            </p:cNvPr>
            <p:cNvGrpSpPr/>
            <p:nvPr/>
          </p:nvGrpSpPr>
          <p:grpSpPr>
            <a:xfrm>
              <a:off x="6312816" y="2112135"/>
              <a:ext cx="654299" cy="655563"/>
              <a:chOff x="6388576" y="515370"/>
              <a:chExt cx="2260124" cy="2264492"/>
            </a:xfrm>
          </p:grpSpPr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D8429CCA-14B4-5200-BFD7-DEA896DAE295}"/>
                  </a:ext>
                </a:extLst>
              </p:cNvPr>
              <p:cNvGrpSpPr/>
              <p:nvPr/>
            </p:nvGrpSpPr>
            <p:grpSpPr>
              <a:xfrm>
                <a:off x="6388576" y="515370"/>
                <a:ext cx="2260124" cy="2264492"/>
                <a:chOff x="4331496" y="1428409"/>
                <a:chExt cx="2167466" cy="2171654"/>
              </a:xfrm>
            </p:grpSpPr>
            <p:grpSp>
              <p:nvGrpSpPr>
                <p:cNvPr id="344" name="그룹 343">
                  <a:extLst>
                    <a:ext uri="{FF2B5EF4-FFF2-40B4-BE49-F238E27FC236}">
                      <a16:creationId xmlns:a16="http://schemas.microsoft.com/office/drawing/2014/main" id="{7518C29E-CD0C-70E6-7A5B-130C4CF7EE39}"/>
                    </a:ext>
                  </a:extLst>
                </p:cNvPr>
                <p:cNvGrpSpPr/>
                <p:nvPr/>
              </p:nvGrpSpPr>
              <p:grpSpPr>
                <a:xfrm>
                  <a:off x="4331496" y="1428409"/>
                  <a:ext cx="2167466" cy="2171654"/>
                  <a:chOff x="4331496" y="1428409"/>
                  <a:chExt cx="2167466" cy="2171654"/>
                </a:xfrm>
              </p:grpSpPr>
              <p:sp>
                <p:nvSpPr>
                  <p:cNvPr id="346" name="도형 345">
                    <a:extLst>
                      <a:ext uri="{FF2B5EF4-FFF2-40B4-BE49-F238E27FC236}">
                        <a16:creationId xmlns:a16="http://schemas.microsoft.com/office/drawing/2014/main" id="{9EC1244D-BC2C-5AA6-E03A-CEE23D62581A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4331496" y="1432597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347" name="도형 346">
                    <a:extLst>
                      <a:ext uri="{FF2B5EF4-FFF2-40B4-BE49-F238E27FC236}">
                        <a16:creationId xmlns:a16="http://schemas.microsoft.com/office/drawing/2014/main" id="{D2327F6D-9B17-1930-1285-EBD5E7DEE661}"/>
                      </a:ext>
                    </a:extLst>
                  </p:cNvPr>
                  <p:cNvSpPr/>
                  <p:nvPr/>
                </p:nvSpPr>
                <p:spPr>
                  <a:xfrm>
                    <a:off x="4331496" y="1428409"/>
                    <a:ext cx="2167466" cy="2167466"/>
                  </a:xfrm>
                  <a:prstGeom prst="gear6">
                    <a:avLst>
                      <a:gd name="adj1" fmla="val 13147"/>
                      <a:gd name="adj2" fmla="val 3526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345" name="타원 344">
                  <a:extLst>
                    <a:ext uri="{FF2B5EF4-FFF2-40B4-BE49-F238E27FC236}">
                      <a16:creationId xmlns:a16="http://schemas.microsoft.com/office/drawing/2014/main" id="{70EDA761-1A88-8FDA-01D0-9ECABCFD5A09}"/>
                    </a:ext>
                  </a:extLst>
                </p:cNvPr>
                <p:cNvSpPr/>
                <p:nvPr/>
              </p:nvSpPr>
              <p:spPr>
                <a:xfrm>
                  <a:off x="4715259" y="1812172"/>
                  <a:ext cx="1399940" cy="1399940"/>
                </a:xfrm>
                <a:prstGeom prst="ellipse">
                  <a:avLst/>
                </a:prstGeom>
                <a:solidFill>
                  <a:srgbClr val="353B6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43" name="타원 342">
                <a:extLst>
                  <a:ext uri="{FF2B5EF4-FFF2-40B4-BE49-F238E27FC236}">
                    <a16:creationId xmlns:a16="http://schemas.microsoft.com/office/drawing/2014/main" id="{5DF471D0-F120-C283-5655-E92D45C3BA4D}"/>
                  </a:ext>
                </a:extLst>
              </p:cNvPr>
              <p:cNvSpPr/>
              <p:nvPr/>
            </p:nvSpPr>
            <p:spPr>
              <a:xfrm>
                <a:off x="6948221" y="1065705"/>
                <a:ext cx="1152350" cy="1152350"/>
              </a:xfrm>
              <a:prstGeom prst="ellipse">
                <a:avLst/>
              </a:prstGeom>
              <a:solidFill>
                <a:srgbClr val="F6D24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1C10CF81-EC80-BBAA-F07B-6168EBE4FA3B}"/>
                </a:ext>
              </a:extLst>
            </p:cNvPr>
            <p:cNvGrpSpPr/>
            <p:nvPr/>
          </p:nvGrpSpPr>
          <p:grpSpPr>
            <a:xfrm>
              <a:off x="6278217" y="3313788"/>
              <a:ext cx="1559617" cy="373417"/>
              <a:chOff x="6298156" y="3313788"/>
              <a:chExt cx="1559617" cy="373417"/>
            </a:xfrm>
          </p:grpSpPr>
          <p:grpSp>
            <p:nvGrpSpPr>
              <p:cNvPr id="279" name="그룹 278">
                <a:extLst>
                  <a:ext uri="{FF2B5EF4-FFF2-40B4-BE49-F238E27FC236}">
                    <a16:creationId xmlns:a16="http://schemas.microsoft.com/office/drawing/2014/main" id="{EA34CE71-FD36-E5BF-D6D7-EB2E1E121B68}"/>
                  </a:ext>
                </a:extLst>
              </p:cNvPr>
              <p:cNvGrpSpPr/>
              <p:nvPr/>
            </p:nvGrpSpPr>
            <p:grpSpPr>
              <a:xfrm>
                <a:off x="6298156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301" name="그룹 300">
                  <a:extLst>
                    <a:ext uri="{FF2B5EF4-FFF2-40B4-BE49-F238E27FC236}">
                      <a16:creationId xmlns:a16="http://schemas.microsoft.com/office/drawing/2014/main" id="{9F805955-41CD-66B1-D2E7-43BFAD5E9314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305" name="타원 145">
                    <a:extLst>
                      <a:ext uri="{FF2B5EF4-FFF2-40B4-BE49-F238E27FC236}">
                        <a16:creationId xmlns:a16="http://schemas.microsoft.com/office/drawing/2014/main" id="{401AA838-20AC-FF51-CB68-7D0D257F8912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6" name="타원 145">
                    <a:extLst>
                      <a:ext uri="{FF2B5EF4-FFF2-40B4-BE49-F238E27FC236}">
                        <a16:creationId xmlns:a16="http://schemas.microsoft.com/office/drawing/2014/main" id="{C55B66F1-091C-8BD3-8B1B-4EC20BC368E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302" name="그룹 301">
                  <a:extLst>
                    <a:ext uri="{FF2B5EF4-FFF2-40B4-BE49-F238E27FC236}">
                      <a16:creationId xmlns:a16="http://schemas.microsoft.com/office/drawing/2014/main" id="{2E7894D9-BA92-EB66-B57D-C91EA4535868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303" name="사다리꼴 302">
                    <a:extLst>
                      <a:ext uri="{FF2B5EF4-FFF2-40B4-BE49-F238E27FC236}">
                        <a16:creationId xmlns:a16="http://schemas.microsoft.com/office/drawing/2014/main" id="{984D9D2E-91C7-E320-B1F7-46EB87C506B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4" name="직사각형 303">
                    <a:extLst>
                      <a:ext uri="{FF2B5EF4-FFF2-40B4-BE49-F238E27FC236}">
                        <a16:creationId xmlns:a16="http://schemas.microsoft.com/office/drawing/2014/main" id="{4975D64C-AD30-B094-40E2-EB14C0D521D2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280" name="그룹 279">
                <a:extLst>
                  <a:ext uri="{FF2B5EF4-FFF2-40B4-BE49-F238E27FC236}">
                    <a16:creationId xmlns:a16="http://schemas.microsoft.com/office/drawing/2014/main" id="{2FC997DD-CCCF-6049-AFD3-689DE803A3A7}"/>
                  </a:ext>
                </a:extLst>
              </p:cNvPr>
              <p:cNvGrpSpPr/>
              <p:nvPr/>
            </p:nvGrpSpPr>
            <p:grpSpPr>
              <a:xfrm>
                <a:off x="7570041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295" name="그룹 294">
                  <a:extLst>
                    <a:ext uri="{FF2B5EF4-FFF2-40B4-BE49-F238E27FC236}">
                      <a16:creationId xmlns:a16="http://schemas.microsoft.com/office/drawing/2014/main" id="{5BC2862D-FF75-FAA6-225F-766263DCB14C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299" name="타원 145">
                    <a:extLst>
                      <a:ext uri="{FF2B5EF4-FFF2-40B4-BE49-F238E27FC236}">
                        <a16:creationId xmlns:a16="http://schemas.microsoft.com/office/drawing/2014/main" id="{0EEE040E-4823-F693-299C-6F07D1467716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0" name="타원 145">
                    <a:extLst>
                      <a:ext uri="{FF2B5EF4-FFF2-40B4-BE49-F238E27FC236}">
                        <a16:creationId xmlns:a16="http://schemas.microsoft.com/office/drawing/2014/main" id="{82432B8C-4FD5-4201-7AE5-B6B6515BAC6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96" name="그룹 295">
                  <a:extLst>
                    <a:ext uri="{FF2B5EF4-FFF2-40B4-BE49-F238E27FC236}">
                      <a16:creationId xmlns:a16="http://schemas.microsoft.com/office/drawing/2014/main" id="{4C59AAD0-0825-50EF-3B96-915ECF36C61E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297" name="사다리꼴 296">
                    <a:extLst>
                      <a:ext uri="{FF2B5EF4-FFF2-40B4-BE49-F238E27FC236}">
                        <a16:creationId xmlns:a16="http://schemas.microsoft.com/office/drawing/2014/main" id="{64E9946A-5BF1-6A17-0811-6726C098184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8" name="직사각형 297">
                    <a:extLst>
                      <a:ext uri="{FF2B5EF4-FFF2-40B4-BE49-F238E27FC236}">
                        <a16:creationId xmlns:a16="http://schemas.microsoft.com/office/drawing/2014/main" id="{A9E199D1-96FA-B659-7921-6204FC57BDDA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281" name="그룹 280">
                <a:extLst>
                  <a:ext uri="{FF2B5EF4-FFF2-40B4-BE49-F238E27FC236}">
                    <a16:creationId xmlns:a16="http://schemas.microsoft.com/office/drawing/2014/main" id="{6E93214A-5B49-46CE-57DF-5E8CBBB2BF62}"/>
                  </a:ext>
                </a:extLst>
              </p:cNvPr>
              <p:cNvGrpSpPr/>
              <p:nvPr/>
            </p:nvGrpSpPr>
            <p:grpSpPr>
              <a:xfrm>
                <a:off x="7146080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289" name="그룹 288">
                  <a:extLst>
                    <a:ext uri="{FF2B5EF4-FFF2-40B4-BE49-F238E27FC236}">
                      <a16:creationId xmlns:a16="http://schemas.microsoft.com/office/drawing/2014/main" id="{7FBBF873-D3A5-3F55-1307-A7CC8DFAE960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293" name="타원 145">
                    <a:extLst>
                      <a:ext uri="{FF2B5EF4-FFF2-40B4-BE49-F238E27FC236}">
                        <a16:creationId xmlns:a16="http://schemas.microsoft.com/office/drawing/2014/main" id="{91E9CB2B-70C1-6D1E-24E6-B3558760201D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4" name="타원 145">
                    <a:extLst>
                      <a:ext uri="{FF2B5EF4-FFF2-40B4-BE49-F238E27FC236}">
                        <a16:creationId xmlns:a16="http://schemas.microsoft.com/office/drawing/2014/main" id="{A628B0E0-DECF-508C-D180-3C35F1358EF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90" name="그룹 289">
                  <a:extLst>
                    <a:ext uri="{FF2B5EF4-FFF2-40B4-BE49-F238E27FC236}">
                      <a16:creationId xmlns:a16="http://schemas.microsoft.com/office/drawing/2014/main" id="{F64A7756-7AE6-8CA4-D22C-F92672291EEB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291" name="사다리꼴 290">
                    <a:extLst>
                      <a:ext uri="{FF2B5EF4-FFF2-40B4-BE49-F238E27FC236}">
                        <a16:creationId xmlns:a16="http://schemas.microsoft.com/office/drawing/2014/main" id="{62380946-0821-34EB-DF4E-768D1B8C103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2" name="직사각형 291">
                    <a:extLst>
                      <a:ext uri="{FF2B5EF4-FFF2-40B4-BE49-F238E27FC236}">
                        <a16:creationId xmlns:a16="http://schemas.microsoft.com/office/drawing/2014/main" id="{7AA586DF-D65D-47FD-3D38-A6AC2A14DF27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3C6C4B7E-9FB9-8DDF-0C82-B96871BB1DAC}"/>
                  </a:ext>
                </a:extLst>
              </p:cNvPr>
              <p:cNvGrpSpPr/>
              <p:nvPr/>
            </p:nvGrpSpPr>
            <p:grpSpPr>
              <a:xfrm>
                <a:off x="6722118" y="3313788"/>
                <a:ext cx="287732" cy="373417"/>
                <a:chOff x="4742688" y="2745038"/>
                <a:chExt cx="453196" cy="588155"/>
              </a:xfrm>
            </p:grpSpPr>
            <p:grpSp>
              <p:nvGrpSpPr>
                <p:cNvPr id="283" name="그룹 282">
                  <a:extLst>
                    <a:ext uri="{FF2B5EF4-FFF2-40B4-BE49-F238E27FC236}">
                      <a16:creationId xmlns:a16="http://schemas.microsoft.com/office/drawing/2014/main" id="{B6DF4C02-DE43-CFAE-4782-477070C71DF7}"/>
                    </a:ext>
                  </a:extLst>
                </p:cNvPr>
                <p:cNvGrpSpPr/>
                <p:nvPr/>
              </p:nvGrpSpPr>
              <p:grpSpPr>
                <a:xfrm>
                  <a:off x="4742688" y="2887444"/>
                  <a:ext cx="453196" cy="445749"/>
                  <a:chOff x="4742688" y="2702150"/>
                  <a:chExt cx="641586" cy="631043"/>
                </a:xfrm>
              </p:grpSpPr>
              <p:sp>
                <p:nvSpPr>
                  <p:cNvPr id="287" name="타원 145">
                    <a:extLst>
                      <a:ext uri="{FF2B5EF4-FFF2-40B4-BE49-F238E27FC236}">
                        <a16:creationId xmlns:a16="http://schemas.microsoft.com/office/drawing/2014/main" id="{126DB95A-D74D-76F5-0BF0-6A8274A331D1}"/>
                      </a:ext>
                    </a:extLst>
                  </p:cNvPr>
                  <p:cNvSpPr/>
                  <p:nvPr/>
                </p:nvSpPr>
                <p:spPr>
                  <a:xfrm>
                    <a:off x="4742688" y="2702150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F6D247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8" name="타원 145">
                    <a:extLst>
                      <a:ext uri="{FF2B5EF4-FFF2-40B4-BE49-F238E27FC236}">
                        <a16:creationId xmlns:a16="http://schemas.microsoft.com/office/drawing/2014/main" id="{EE8F9C63-258A-94CE-A3BB-95FD778B8F9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742688" y="2972302"/>
                    <a:ext cx="641586" cy="360891"/>
                  </a:xfrm>
                  <a:custGeom>
                    <a:avLst/>
                    <a:gdLst>
                      <a:gd name="connsiteX0" fmla="*/ 0 w 641586"/>
                      <a:gd name="connsiteY0" fmla="*/ 320793 h 641586"/>
                      <a:gd name="connsiteX1" fmla="*/ 320793 w 641586"/>
                      <a:gd name="connsiteY1" fmla="*/ 0 h 641586"/>
                      <a:gd name="connsiteX2" fmla="*/ 641586 w 641586"/>
                      <a:gd name="connsiteY2" fmla="*/ 320793 h 641586"/>
                      <a:gd name="connsiteX3" fmla="*/ 320793 w 641586"/>
                      <a:gd name="connsiteY3" fmla="*/ 641586 h 641586"/>
                      <a:gd name="connsiteX4" fmla="*/ 0 w 641586"/>
                      <a:gd name="connsiteY4" fmla="*/ 320793 h 641586"/>
                      <a:gd name="connsiteX0" fmla="*/ 0 w 641586"/>
                      <a:gd name="connsiteY0" fmla="*/ 320793 h 360891"/>
                      <a:gd name="connsiteX1" fmla="*/ 320793 w 641586"/>
                      <a:gd name="connsiteY1" fmla="*/ 0 h 360891"/>
                      <a:gd name="connsiteX2" fmla="*/ 641586 w 641586"/>
                      <a:gd name="connsiteY2" fmla="*/ 320793 h 360891"/>
                      <a:gd name="connsiteX3" fmla="*/ 0 w 641586"/>
                      <a:gd name="connsiteY3" fmla="*/ 320793 h 360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586" h="360891">
                        <a:moveTo>
                          <a:pt x="0" y="320793"/>
                        </a:moveTo>
                        <a:cubicBezTo>
                          <a:pt x="0" y="143624"/>
                          <a:pt x="143624" y="0"/>
                          <a:pt x="320793" y="0"/>
                        </a:cubicBezTo>
                        <a:cubicBezTo>
                          <a:pt x="497962" y="0"/>
                          <a:pt x="641586" y="143624"/>
                          <a:pt x="641586" y="320793"/>
                        </a:cubicBezTo>
                        <a:cubicBezTo>
                          <a:pt x="588121" y="374258"/>
                          <a:pt x="53465" y="374258"/>
                          <a:pt x="0" y="320793"/>
                        </a:cubicBezTo>
                        <a:close/>
                      </a:path>
                    </a:pathLst>
                  </a:custGeom>
                  <a:solidFill>
                    <a:srgbClr val="353B6D"/>
                  </a:solidFill>
                  <a:ln>
                    <a:solidFill>
                      <a:srgbClr val="F6D24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84" name="그룹 283">
                  <a:extLst>
                    <a:ext uri="{FF2B5EF4-FFF2-40B4-BE49-F238E27FC236}">
                      <a16:creationId xmlns:a16="http://schemas.microsoft.com/office/drawing/2014/main" id="{C8BB7C2E-1D4F-0974-2D2C-9DDA0D95490C}"/>
                    </a:ext>
                  </a:extLst>
                </p:cNvPr>
                <p:cNvGrpSpPr/>
                <p:nvPr/>
              </p:nvGrpSpPr>
              <p:grpSpPr>
                <a:xfrm>
                  <a:off x="4879402" y="2745038"/>
                  <a:ext cx="179768" cy="171517"/>
                  <a:chOff x="4969796" y="2478625"/>
                  <a:chExt cx="179768" cy="171517"/>
                </a:xfrm>
              </p:grpSpPr>
              <p:sp>
                <p:nvSpPr>
                  <p:cNvPr id="285" name="사다리꼴 284">
                    <a:extLst>
                      <a:ext uri="{FF2B5EF4-FFF2-40B4-BE49-F238E27FC236}">
                        <a16:creationId xmlns:a16="http://schemas.microsoft.com/office/drawing/2014/main" id="{7E032EFD-926E-7B12-D0DC-CB27DA704F4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69796" y="2478625"/>
                    <a:ext cx="179768" cy="113856"/>
                  </a:xfrm>
                  <a:prstGeom prst="trapezoid">
                    <a:avLst>
                      <a:gd name="adj" fmla="val 40271"/>
                    </a:avLst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6" name="직사각형 285">
                    <a:extLst>
                      <a:ext uri="{FF2B5EF4-FFF2-40B4-BE49-F238E27FC236}">
                        <a16:creationId xmlns:a16="http://schemas.microsoft.com/office/drawing/2014/main" id="{861B222B-46CF-1EBD-41A9-A7A43E2C5FBF}"/>
                      </a:ext>
                    </a:extLst>
                  </p:cNvPr>
                  <p:cNvSpPr/>
                  <p:nvPr/>
                </p:nvSpPr>
                <p:spPr>
                  <a:xfrm>
                    <a:off x="5008243" y="2565275"/>
                    <a:ext cx="99921" cy="84867"/>
                  </a:xfrm>
                  <a:prstGeom prst="rect">
                    <a:avLst/>
                  </a:prstGeom>
                  <a:solidFill>
                    <a:srgbClr val="F6D24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1C40499F-01F9-6436-71A0-6FBE42E4BF47}"/>
              </a:ext>
            </a:extLst>
          </p:cNvPr>
          <p:cNvGrpSpPr/>
          <p:nvPr/>
        </p:nvGrpSpPr>
        <p:grpSpPr>
          <a:xfrm rot="10800000">
            <a:off x="9543717" y="203040"/>
            <a:ext cx="576671" cy="1177275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7FC1C1EB-1EE7-FAE1-3FEF-D6A9E65DC899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167FF1AA-56D0-BB3E-84D8-108DB1560327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" name="직사각형 373">
              <a:extLst>
                <a:ext uri="{FF2B5EF4-FFF2-40B4-BE49-F238E27FC236}">
                  <a16:creationId xmlns:a16="http://schemas.microsoft.com/office/drawing/2014/main" id="{971CBB60-32F3-4DAE-D41D-D94E9F53EC33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" name="직사각형 374">
              <a:extLst>
                <a:ext uri="{FF2B5EF4-FFF2-40B4-BE49-F238E27FC236}">
                  <a16:creationId xmlns:a16="http://schemas.microsoft.com/office/drawing/2014/main" id="{8BCE16A5-96A5-8D13-C18A-B00A36C6C0F6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" name="직사각형 375">
              <a:extLst>
                <a:ext uri="{FF2B5EF4-FFF2-40B4-BE49-F238E27FC236}">
                  <a16:creationId xmlns:a16="http://schemas.microsoft.com/office/drawing/2014/main" id="{D677CE2D-A3B1-F5C7-5714-1B076A1DB490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52BA2A89-521E-7278-27FF-B7DB54EF11A6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5ABA4515-94AE-ECA1-7917-A194B385CA87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7B979FFD-A160-93B2-74E6-F4B595F4AFF4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직사각형 379">
              <a:extLst>
                <a:ext uri="{FF2B5EF4-FFF2-40B4-BE49-F238E27FC236}">
                  <a16:creationId xmlns:a16="http://schemas.microsoft.com/office/drawing/2014/main" id="{21188455-C985-997F-D77B-7FA874A677A3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F541F73E-B0E3-EFC5-3060-55EBBF461074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4661D4A0-18AC-3C25-8EE4-E138299C9A23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CDBAA9D6-1A89-D719-1DE3-DADDC7321D42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" name="직사각형 383">
              <a:extLst>
                <a:ext uri="{FF2B5EF4-FFF2-40B4-BE49-F238E27FC236}">
                  <a16:creationId xmlns:a16="http://schemas.microsoft.com/office/drawing/2014/main" id="{1BE18B00-6C84-2D6D-B365-7A64071F467D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" name="직사각형 384">
              <a:extLst>
                <a:ext uri="{FF2B5EF4-FFF2-40B4-BE49-F238E27FC236}">
                  <a16:creationId xmlns:a16="http://schemas.microsoft.com/office/drawing/2014/main" id="{9E4B7753-0E3E-909A-8F46-A2B877BBC584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A1031B46-F5F2-08B2-1FDC-04194B484F7F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F1E63EFB-C5C6-2BF2-0F4F-7CFFF061076D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8275BA33-DFCD-3B0B-5592-13A2571FA273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45545173-A3A5-54F8-598D-AD83F74CF8D4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0A06E4E0-1602-A99C-1B96-5C826B8A2341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EA6B41F8-97D2-2BE2-8328-51DC63FE3610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72678992-2D7D-893D-2F4E-7259AC051840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CCAD4612-01E0-1685-2006-3B3D1C1EC665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직사각형 393">
              <a:extLst>
                <a:ext uri="{FF2B5EF4-FFF2-40B4-BE49-F238E27FC236}">
                  <a16:creationId xmlns:a16="http://schemas.microsoft.com/office/drawing/2014/main" id="{EF19B181-CD05-FB0B-70AA-714FA0CFCC1D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9AF88EC8-C1FF-0163-9882-B32C25507193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396" name="직사각형 395">
                <a:extLst>
                  <a:ext uri="{FF2B5EF4-FFF2-40B4-BE49-F238E27FC236}">
                    <a16:creationId xmlns:a16="http://schemas.microsoft.com/office/drawing/2014/main" id="{707B66EA-8535-6B60-8F39-7B7E6C63B588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7" name="직사각형 396">
                <a:extLst>
                  <a:ext uri="{FF2B5EF4-FFF2-40B4-BE49-F238E27FC236}">
                    <a16:creationId xmlns:a16="http://schemas.microsoft.com/office/drawing/2014/main" id="{FB35F62F-5E41-C71C-5F40-C54B004AFCD4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6E59D50C-AC17-9B94-7DA6-DBE4A5F01BA3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9" name="직사각형 398">
                <a:extLst>
                  <a:ext uri="{FF2B5EF4-FFF2-40B4-BE49-F238E27FC236}">
                    <a16:creationId xmlns:a16="http://schemas.microsoft.com/office/drawing/2014/main" id="{575CC8FD-1396-D157-F025-0D53F879C73E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0" name="직사각형 399">
                <a:extLst>
                  <a:ext uri="{FF2B5EF4-FFF2-40B4-BE49-F238E27FC236}">
                    <a16:creationId xmlns:a16="http://schemas.microsoft.com/office/drawing/2014/main" id="{E3BCBE62-75D3-0C02-5456-29742FF99FB7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1" name="직사각형 400">
                <a:extLst>
                  <a:ext uri="{FF2B5EF4-FFF2-40B4-BE49-F238E27FC236}">
                    <a16:creationId xmlns:a16="http://schemas.microsoft.com/office/drawing/2014/main" id="{D3594074-09EF-FEB6-98EE-652E3A80BF79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2" name="직사각형 401">
                <a:extLst>
                  <a:ext uri="{FF2B5EF4-FFF2-40B4-BE49-F238E27FC236}">
                    <a16:creationId xmlns:a16="http://schemas.microsoft.com/office/drawing/2014/main" id="{8C69BD8D-E72D-5900-15AD-AC6CBEB4337F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3" name="직사각형 402">
                <a:extLst>
                  <a:ext uri="{FF2B5EF4-FFF2-40B4-BE49-F238E27FC236}">
                    <a16:creationId xmlns:a16="http://schemas.microsoft.com/office/drawing/2014/main" id="{52F891DB-39C0-9CB0-1B28-B6223C397F92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72E412B3-F7AD-4455-E8F9-90330730264B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05" name="그룹 404">
            <a:extLst>
              <a:ext uri="{FF2B5EF4-FFF2-40B4-BE49-F238E27FC236}">
                <a16:creationId xmlns:a16="http://schemas.microsoft.com/office/drawing/2014/main" id="{8181AF56-E0DC-42DC-3188-14B88774C5C8}"/>
              </a:ext>
            </a:extLst>
          </p:cNvPr>
          <p:cNvGrpSpPr/>
          <p:nvPr/>
        </p:nvGrpSpPr>
        <p:grpSpPr>
          <a:xfrm rot="10800000">
            <a:off x="10241930" y="195193"/>
            <a:ext cx="814853" cy="1621674"/>
            <a:chOff x="225494" y="4902702"/>
            <a:chExt cx="886003" cy="176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6" name="그룹 405">
              <a:extLst>
                <a:ext uri="{FF2B5EF4-FFF2-40B4-BE49-F238E27FC236}">
                  <a16:creationId xmlns:a16="http://schemas.microsoft.com/office/drawing/2014/main" id="{EBABE3B7-0EA3-9458-2CEB-977508DDE56A}"/>
                </a:ext>
              </a:extLst>
            </p:cNvPr>
            <p:cNvGrpSpPr/>
            <p:nvPr/>
          </p:nvGrpSpPr>
          <p:grpSpPr>
            <a:xfrm>
              <a:off x="225494" y="4902702"/>
              <a:ext cx="886003" cy="1763272"/>
              <a:chOff x="5882260" y="2107213"/>
              <a:chExt cx="1841242" cy="3664334"/>
            </a:xfrm>
          </p:grpSpPr>
          <p:sp>
            <p:nvSpPr>
              <p:cNvPr id="522" name="타원 521">
                <a:extLst>
                  <a:ext uri="{FF2B5EF4-FFF2-40B4-BE49-F238E27FC236}">
                    <a16:creationId xmlns:a16="http://schemas.microsoft.com/office/drawing/2014/main" id="{5FB403C1-731F-202B-99E7-92B7A71D1D8D}"/>
                  </a:ext>
                </a:extLst>
              </p:cNvPr>
              <p:cNvSpPr/>
              <p:nvPr/>
            </p:nvSpPr>
            <p:spPr>
              <a:xfrm>
                <a:off x="6254241" y="2107213"/>
                <a:ext cx="1097280" cy="845637"/>
              </a:xfrm>
              <a:prstGeom prst="ellips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3" name="직사각형 522">
                <a:extLst>
                  <a:ext uri="{FF2B5EF4-FFF2-40B4-BE49-F238E27FC236}">
                    <a16:creationId xmlns:a16="http://schemas.microsoft.com/office/drawing/2014/main" id="{C2C32D20-32C7-7850-A06E-FB5EFB5678F4}"/>
                  </a:ext>
                </a:extLst>
              </p:cNvPr>
              <p:cNvSpPr/>
              <p:nvPr/>
            </p:nvSpPr>
            <p:spPr>
              <a:xfrm>
                <a:off x="6035190" y="2443079"/>
                <a:ext cx="1516380" cy="321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4" name="직사각형 523">
                <a:extLst>
                  <a:ext uri="{FF2B5EF4-FFF2-40B4-BE49-F238E27FC236}">
                    <a16:creationId xmlns:a16="http://schemas.microsoft.com/office/drawing/2014/main" id="{32F9F4C1-438D-FBD8-26C8-3112B3FFAF91}"/>
                  </a:ext>
                </a:extLst>
              </p:cNvPr>
              <p:cNvSpPr/>
              <p:nvPr/>
            </p:nvSpPr>
            <p:spPr>
              <a:xfrm>
                <a:off x="6109927" y="2516690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5" name="직사각형 524">
                <a:extLst>
                  <a:ext uri="{FF2B5EF4-FFF2-40B4-BE49-F238E27FC236}">
                    <a16:creationId xmlns:a16="http://schemas.microsoft.com/office/drawing/2014/main" id="{E159E238-978A-2F80-9597-0DD056400AE4}"/>
                  </a:ext>
                </a:extLst>
              </p:cNvPr>
              <p:cNvSpPr/>
              <p:nvPr/>
            </p:nvSpPr>
            <p:spPr>
              <a:xfrm>
                <a:off x="632484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6" name="직사각형 525">
                <a:extLst>
                  <a:ext uri="{FF2B5EF4-FFF2-40B4-BE49-F238E27FC236}">
                    <a16:creationId xmlns:a16="http://schemas.microsoft.com/office/drawing/2014/main" id="{C01D01E7-671B-E481-58B1-74E2C8717C00}"/>
                  </a:ext>
                </a:extLst>
              </p:cNvPr>
              <p:cNvSpPr/>
              <p:nvPr/>
            </p:nvSpPr>
            <p:spPr>
              <a:xfrm>
                <a:off x="653976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7" name="직사각형 526">
                <a:extLst>
                  <a:ext uri="{FF2B5EF4-FFF2-40B4-BE49-F238E27FC236}">
                    <a16:creationId xmlns:a16="http://schemas.microsoft.com/office/drawing/2014/main" id="{07EC80B7-C91A-61A9-B834-57C9F188B66F}"/>
                  </a:ext>
                </a:extLst>
              </p:cNvPr>
              <p:cNvSpPr/>
              <p:nvPr/>
            </p:nvSpPr>
            <p:spPr>
              <a:xfrm>
                <a:off x="675468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8" name="직사각형 527">
                <a:extLst>
                  <a:ext uri="{FF2B5EF4-FFF2-40B4-BE49-F238E27FC236}">
                    <a16:creationId xmlns:a16="http://schemas.microsoft.com/office/drawing/2014/main" id="{4B21B2F3-6B04-FA74-C6B6-4591AE6D18C8}"/>
                  </a:ext>
                </a:extLst>
              </p:cNvPr>
              <p:cNvSpPr/>
              <p:nvPr/>
            </p:nvSpPr>
            <p:spPr>
              <a:xfrm>
                <a:off x="696960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9" name="직사각형 528">
                <a:extLst>
                  <a:ext uri="{FF2B5EF4-FFF2-40B4-BE49-F238E27FC236}">
                    <a16:creationId xmlns:a16="http://schemas.microsoft.com/office/drawing/2014/main" id="{E75F6A2E-C57C-DB77-F1DC-75AA57DA2AB6}"/>
                  </a:ext>
                </a:extLst>
              </p:cNvPr>
              <p:cNvSpPr/>
              <p:nvPr/>
            </p:nvSpPr>
            <p:spPr>
              <a:xfrm>
                <a:off x="7184527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0" name="직사각형 529">
                <a:extLst>
                  <a:ext uri="{FF2B5EF4-FFF2-40B4-BE49-F238E27FC236}">
                    <a16:creationId xmlns:a16="http://schemas.microsoft.com/office/drawing/2014/main" id="{1F553BE0-2884-CE3E-4252-2C718138FF17}"/>
                  </a:ext>
                </a:extLst>
              </p:cNvPr>
              <p:cNvSpPr/>
              <p:nvPr/>
            </p:nvSpPr>
            <p:spPr>
              <a:xfrm>
                <a:off x="7399450" y="2516691"/>
                <a:ext cx="78992" cy="17378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1" name="직사각형 530">
                <a:extLst>
                  <a:ext uri="{FF2B5EF4-FFF2-40B4-BE49-F238E27FC236}">
                    <a16:creationId xmlns:a16="http://schemas.microsoft.com/office/drawing/2014/main" id="{03FC2345-89D4-34EF-BCAE-F5EC37B6C515}"/>
                  </a:ext>
                </a:extLst>
              </p:cNvPr>
              <p:cNvSpPr/>
              <p:nvPr/>
            </p:nvSpPr>
            <p:spPr>
              <a:xfrm>
                <a:off x="5882260" y="2747535"/>
                <a:ext cx="1841242" cy="302401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2" name="그룹 511">
              <a:extLst>
                <a:ext uri="{FF2B5EF4-FFF2-40B4-BE49-F238E27FC236}">
                  <a16:creationId xmlns:a16="http://schemas.microsoft.com/office/drawing/2014/main" id="{BA53AF7E-04B4-9E3F-5716-FF4C5BE7304D}"/>
                </a:ext>
              </a:extLst>
            </p:cNvPr>
            <p:cNvGrpSpPr/>
            <p:nvPr/>
          </p:nvGrpSpPr>
          <p:grpSpPr>
            <a:xfrm>
              <a:off x="334659" y="5826003"/>
              <a:ext cx="659311" cy="224792"/>
              <a:chOff x="334659" y="6035226"/>
              <a:chExt cx="659311" cy="224792"/>
            </a:xfrm>
          </p:grpSpPr>
          <p:sp>
            <p:nvSpPr>
              <p:cNvPr id="518" name="순서도: 수행의 시작/종료 517">
                <a:extLst>
                  <a:ext uri="{FF2B5EF4-FFF2-40B4-BE49-F238E27FC236}">
                    <a16:creationId xmlns:a16="http://schemas.microsoft.com/office/drawing/2014/main" id="{77D2CD11-9F9A-94C5-D117-C76CCDDE70B3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9" name="순서도: 수행의 시작/종료 518">
                <a:extLst>
                  <a:ext uri="{FF2B5EF4-FFF2-40B4-BE49-F238E27FC236}">
                    <a16:creationId xmlns:a16="http://schemas.microsoft.com/office/drawing/2014/main" id="{65C9140E-321F-6C8F-0B3A-A8833C1204A7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0" name="순서도: 수행의 시작/종료 519">
                <a:extLst>
                  <a:ext uri="{FF2B5EF4-FFF2-40B4-BE49-F238E27FC236}">
                    <a16:creationId xmlns:a16="http://schemas.microsoft.com/office/drawing/2014/main" id="{9F89891D-68BF-EE35-7775-CB8CAF095E0C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1" name="순서도: 수행의 시작/종료 520">
                <a:extLst>
                  <a:ext uri="{FF2B5EF4-FFF2-40B4-BE49-F238E27FC236}">
                    <a16:creationId xmlns:a16="http://schemas.microsoft.com/office/drawing/2014/main" id="{9D3D0984-3639-ABC1-2A7B-54B275F79E86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13" name="그룹 512">
              <a:extLst>
                <a:ext uri="{FF2B5EF4-FFF2-40B4-BE49-F238E27FC236}">
                  <a16:creationId xmlns:a16="http://schemas.microsoft.com/office/drawing/2014/main" id="{13EE9EF5-6179-86D8-BA09-EE55CC93525D}"/>
                </a:ext>
              </a:extLst>
            </p:cNvPr>
            <p:cNvGrpSpPr/>
            <p:nvPr/>
          </p:nvGrpSpPr>
          <p:grpSpPr>
            <a:xfrm>
              <a:off x="334659" y="6225182"/>
              <a:ext cx="659311" cy="224792"/>
              <a:chOff x="334659" y="6035226"/>
              <a:chExt cx="659311" cy="224792"/>
            </a:xfrm>
          </p:grpSpPr>
          <p:sp>
            <p:nvSpPr>
              <p:cNvPr id="514" name="순서도: 수행의 시작/종료 513">
                <a:extLst>
                  <a:ext uri="{FF2B5EF4-FFF2-40B4-BE49-F238E27FC236}">
                    <a16:creationId xmlns:a16="http://schemas.microsoft.com/office/drawing/2014/main" id="{259F4C88-8E0F-315E-0EFA-E2D83A63FEFF}"/>
                  </a:ext>
                </a:extLst>
              </p:cNvPr>
              <p:cNvSpPr/>
              <p:nvPr/>
            </p:nvSpPr>
            <p:spPr>
              <a:xfrm rot="5400000">
                <a:off x="266976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5" name="순서도: 수행의 시작/종료 514">
                <a:extLst>
                  <a:ext uri="{FF2B5EF4-FFF2-40B4-BE49-F238E27FC236}">
                    <a16:creationId xmlns:a16="http://schemas.microsoft.com/office/drawing/2014/main" id="{439F15DC-D95D-1DFA-BCDD-9EA7D2A818EE}"/>
                  </a:ext>
                </a:extLst>
              </p:cNvPr>
              <p:cNvSpPr/>
              <p:nvPr/>
            </p:nvSpPr>
            <p:spPr>
              <a:xfrm rot="5400000">
                <a:off x="646900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6" name="순서도: 수행의 시작/종료 515">
                <a:extLst>
                  <a:ext uri="{FF2B5EF4-FFF2-40B4-BE49-F238E27FC236}">
                    <a16:creationId xmlns:a16="http://schemas.microsoft.com/office/drawing/2014/main" id="{90DD8C1D-88CF-ACD5-6121-42CA766B0FDD}"/>
                  </a:ext>
                </a:extLst>
              </p:cNvPr>
              <p:cNvSpPr/>
              <p:nvPr/>
            </p:nvSpPr>
            <p:spPr>
              <a:xfrm rot="16200000">
                <a:off x="456938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7" name="순서도: 수행의 시작/종료 516">
                <a:extLst>
                  <a:ext uri="{FF2B5EF4-FFF2-40B4-BE49-F238E27FC236}">
                    <a16:creationId xmlns:a16="http://schemas.microsoft.com/office/drawing/2014/main" id="{DE6768F8-7EA6-407B-004B-51353A670484}"/>
                  </a:ext>
                </a:extLst>
              </p:cNvPr>
              <p:cNvSpPr/>
              <p:nvPr/>
            </p:nvSpPr>
            <p:spPr>
              <a:xfrm rot="16200000">
                <a:off x="836861" y="6102909"/>
                <a:ext cx="224792" cy="89426"/>
              </a:xfrm>
              <a:prstGeom prst="flowChartTerminator">
                <a:avLst/>
              </a:prstGeom>
              <a:gradFill flip="none" rotWithShape="1">
                <a:gsLst>
                  <a:gs pos="0">
                    <a:srgbClr val="F6D247"/>
                  </a:gs>
                  <a:gs pos="50000">
                    <a:srgbClr val="F6D247"/>
                  </a:gs>
                  <a:gs pos="50000">
                    <a:srgbClr val="353B6D"/>
                  </a:gs>
                  <a:gs pos="100000">
                    <a:srgbClr val="353B6D"/>
                  </a:gs>
                </a:gsLst>
                <a:lin ang="0" scaled="1"/>
                <a:tileRect/>
              </a:gradFill>
              <a:ln>
                <a:solidFill>
                  <a:srgbClr val="FCEF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32" name="그룹 531">
            <a:extLst>
              <a:ext uri="{FF2B5EF4-FFF2-40B4-BE49-F238E27FC236}">
                <a16:creationId xmlns:a16="http://schemas.microsoft.com/office/drawing/2014/main" id="{587F7D47-E221-E596-0970-DBCED0D228D0}"/>
              </a:ext>
            </a:extLst>
          </p:cNvPr>
          <p:cNvGrpSpPr/>
          <p:nvPr/>
        </p:nvGrpSpPr>
        <p:grpSpPr>
          <a:xfrm rot="10800000">
            <a:off x="307674" y="207706"/>
            <a:ext cx="688548" cy="1405672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33" name="직사각형 532">
              <a:extLst>
                <a:ext uri="{FF2B5EF4-FFF2-40B4-BE49-F238E27FC236}">
                  <a16:creationId xmlns:a16="http://schemas.microsoft.com/office/drawing/2014/main" id="{AA5A791B-85FA-5E76-0C1E-5B04BD0062B3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직사각형 533">
              <a:extLst>
                <a:ext uri="{FF2B5EF4-FFF2-40B4-BE49-F238E27FC236}">
                  <a16:creationId xmlns:a16="http://schemas.microsoft.com/office/drawing/2014/main" id="{3DE5B7F3-17E3-A01E-F703-B8B40BD0CDD9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" name="직사각형 534">
              <a:extLst>
                <a:ext uri="{FF2B5EF4-FFF2-40B4-BE49-F238E27FC236}">
                  <a16:creationId xmlns:a16="http://schemas.microsoft.com/office/drawing/2014/main" id="{7505E8F1-8D9A-E2F8-1C5B-B4628CC39E47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" name="직사각형 535">
              <a:extLst>
                <a:ext uri="{FF2B5EF4-FFF2-40B4-BE49-F238E27FC236}">
                  <a16:creationId xmlns:a16="http://schemas.microsoft.com/office/drawing/2014/main" id="{E31E6325-7AB9-257E-4DF3-81D7FA228654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" name="직사각형 536">
              <a:extLst>
                <a:ext uri="{FF2B5EF4-FFF2-40B4-BE49-F238E27FC236}">
                  <a16:creationId xmlns:a16="http://schemas.microsoft.com/office/drawing/2014/main" id="{9616B0FB-88F9-BBBB-3073-52614EB04EDC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" name="직사각형 537">
              <a:extLst>
                <a:ext uri="{FF2B5EF4-FFF2-40B4-BE49-F238E27FC236}">
                  <a16:creationId xmlns:a16="http://schemas.microsoft.com/office/drawing/2014/main" id="{F8DCEBDB-7988-BBCB-04BA-2DD3E8C86877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" name="직사각형 538">
              <a:extLst>
                <a:ext uri="{FF2B5EF4-FFF2-40B4-BE49-F238E27FC236}">
                  <a16:creationId xmlns:a16="http://schemas.microsoft.com/office/drawing/2014/main" id="{646822F9-F71C-05BD-704B-5353C559A047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" name="직사각형 539">
              <a:extLst>
                <a:ext uri="{FF2B5EF4-FFF2-40B4-BE49-F238E27FC236}">
                  <a16:creationId xmlns:a16="http://schemas.microsoft.com/office/drawing/2014/main" id="{80747016-0416-BCB6-7066-FAA80ABD3073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" name="직사각형 540">
              <a:extLst>
                <a:ext uri="{FF2B5EF4-FFF2-40B4-BE49-F238E27FC236}">
                  <a16:creationId xmlns:a16="http://schemas.microsoft.com/office/drawing/2014/main" id="{FCC27E58-5D4A-7EA7-FDDD-4DA5929B1673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" name="직사각형 541">
              <a:extLst>
                <a:ext uri="{FF2B5EF4-FFF2-40B4-BE49-F238E27FC236}">
                  <a16:creationId xmlns:a16="http://schemas.microsoft.com/office/drawing/2014/main" id="{95776E7A-4E02-9548-7461-A67AA8DA9559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" name="직사각형 542">
              <a:extLst>
                <a:ext uri="{FF2B5EF4-FFF2-40B4-BE49-F238E27FC236}">
                  <a16:creationId xmlns:a16="http://schemas.microsoft.com/office/drawing/2014/main" id="{45D7CE94-157A-203F-3A02-FE0EABF5F374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" name="직사각형 543">
              <a:extLst>
                <a:ext uri="{FF2B5EF4-FFF2-40B4-BE49-F238E27FC236}">
                  <a16:creationId xmlns:a16="http://schemas.microsoft.com/office/drawing/2014/main" id="{4EE5803D-BA0E-8EC4-3E33-06E8A976EF43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" name="직사각형 544">
              <a:extLst>
                <a:ext uri="{FF2B5EF4-FFF2-40B4-BE49-F238E27FC236}">
                  <a16:creationId xmlns:a16="http://schemas.microsoft.com/office/drawing/2014/main" id="{E9C60113-BE5E-073A-6D55-A497FE305F6A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" name="직사각형 545">
              <a:extLst>
                <a:ext uri="{FF2B5EF4-FFF2-40B4-BE49-F238E27FC236}">
                  <a16:creationId xmlns:a16="http://schemas.microsoft.com/office/drawing/2014/main" id="{49F6B327-D009-21E7-CD83-9166E68780B5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" name="직사각형 546">
              <a:extLst>
                <a:ext uri="{FF2B5EF4-FFF2-40B4-BE49-F238E27FC236}">
                  <a16:creationId xmlns:a16="http://schemas.microsoft.com/office/drawing/2014/main" id="{0C60710B-C15C-35CB-BB63-735753918CF2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" name="직사각형 547">
              <a:extLst>
                <a:ext uri="{FF2B5EF4-FFF2-40B4-BE49-F238E27FC236}">
                  <a16:creationId xmlns:a16="http://schemas.microsoft.com/office/drawing/2014/main" id="{F3CF3035-628B-5C0E-2A89-E553D3AB6281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47A286A2-DBDD-24F1-0A63-CC593EE7014D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" name="직사각형 549">
              <a:extLst>
                <a:ext uri="{FF2B5EF4-FFF2-40B4-BE49-F238E27FC236}">
                  <a16:creationId xmlns:a16="http://schemas.microsoft.com/office/drawing/2014/main" id="{24807CAC-87B0-98CB-AB26-DA7DA8F4C606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" name="직사각형 550">
              <a:extLst>
                <a:ext uri="{FF2B5EF4-FFF2-40B4-BE49-F238E27FC236}">
                  <a16:creationId xmlns:a16="http://schemas.microsoft.com/office/drawing/2014/main" id="{FC8FF5CD-E0CF-111B-C924-41E94C6B3AFD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" name="직사각형 551">
              <a:extLst>
                <a:ext uri="{FF2B5EF4-FFF2-40B4-BE49-F238E27FC236}">
                  <a16:creationId xmlns:a16="http://schemas.microsoft.com/office/drawing/2014/main" id="{77721847-5FDF-E059-3E03-0F26963F8F53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EE7AACB8-AECF-DB6C-7533-C311E11D3891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" name="직사각형 553">
              <a:extLst>
                <a:ext uri="{FF2B5EF4-FFF2-40B4-BE49-F238E27FC236}">
                  <a16:creationId xmlns:a16="http://schemas.microsoft.com/office/drawing/2014/main" id="{02019E16-BCA5-80E1-DE1A-A59AD79FE699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" name="직사각형 554">
              <a:extLst>
                <a:ext uri="{FF2B5EF4-FFF2-40B4-BE49-F238E27FC236}">
                  <a16:creationId xmlns:a16="http://schemas.microsoft.com/office/drawing/2014/main" id="{EEE1FF73-FB3C-FF6B-7067-0C167924C74C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56" name="그룹 555">
              <a:extLst>
                <a:ext uri="{FF2B5EF4-FFF2-40B4-BE49-F238E27FC236}">
                  <a16:creationId xmlns:a16="http://schemas.microsoft.com/office/drawing/2014/main" id="{39AAD44A-ED6A-1853-B424-E1AA7C15DFE3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566" name="직사각형 565">
                <a:extLst>
                  <a:ext uri="{FF2B5EF4-FFF2-40B4-BE49-F238E27FC236}">
                    <a16:creationId xmlns:a16="http://schemas.microsoft.com/office/drawing/2014/main" id="{E0370F56-B520-DC7B-D2DD-75A44B54F6BB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7" name="직사각형 566">
                <a:extLst>
                  <a:ext uri="{FF2B5EF4-FFF2-40B4-BE49-F238E27FC236}">
                    <a16:creationId xmlns:a16="http://schemas.microsoft.com/office/drawing/2014/main" id="{BCEADE21-C572-E174-F171-8982E34DF2EA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8" name="직사각형 567">
                <a:extLst>
                  <a:ext uri="{FF2B5EF4-FFF2-40B4-BE49-F238E27FC236}">
                    <a16:creationId xmlns:a16="http://schemas.microsoft.com/office/drawing/2014/main" id="{69BDB64E-A85B-3D83-F403-D958661457E4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9" name="직사각형 568">
                <a:extLst>
                  <a:ext uri="{FF2B5EF4-FFF2-40B4-BE49-F238E27FC236}">
                    <a16:creationId xmlns:a16="http://schemas.microsoft.com/office/drawing/2014/main" id="{6F154222-A095-7EBA-1554-99A46530F015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0" name="직사각형 569">
                <a:extLst>
                  <a:ext uri="{FF2B5EF4-FFF2-40B4-BE49-F238E27FC236}">
                    <a16:creationId xmlns:a16="http://schemas.microsoft.com/office/drawing/2014/main" id="{9186F6EE-D508-C8D2-452D-C2FD8B993199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1" name="직사각형 570">
                <a:extLst>
                  <a:ext uri="{FF2B5EF4-FFF2-40B4-BE49-F238E27FC236}">
                    <a16:creationId xmlns:a16="http://schemas.microsoft.com/office/drawing/2014/main" id="{26DC4FC2-43D0-FAFF-A827-373047F65EC5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2" name="직사각형 571">
                <a:extLst>
                  <a:ext uri="{FF2B5EF4-FFF2-40B4-BE49-F238E27FC236}">
                    <a16:creationId xmlns:a16="http://schemas.microsoft.com/office/drawing/2014/main" id="{E63C9CFF-8942-3AE9-7E6D-FBFEBFBBB3FB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3" name="직사각형 572">
                <a:extLst>
                  <a:ext uri="{FF2B5EF4-FFF2-40B4-BE49-F238E27FC236}">
                    <a16:creationId xmlns:a16="http://schemas.microsoft.com/office/drawing/2014/main" id="{AD68F5F3-4731-F0B9-07E0-01EDC139B549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4" name="직사각형 573">
                <a:extLst>
                  <a:ext uri="{FF2B5EF4-FFF2-40B4-BE49-F238E27FC236}">
                    <a16:creationId xmlns:a16="http://schemas.microsoft.com/office/drawing/2014/main" id="{CDD7C07A-A5A2-ACF9-6343-FD430276265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57" name="직사각형 556">
              <a:extLst>
                <a:ext uri="{FF2B5EF4-FFF2-40B4-BE49-F238E27FC236}">
                  <a16:creationId xmlns:a16="http://schemas.microsoft.com/office/drawing/2014/main" id="{0F665036-CBA8-9E36-A363-B4A05D63DA74}"/>
                </a:ext>
              </a:extLst>
            </p:cNvPr>
            <p:cNvSpPr/>
            <p:nvPr/>
          </p:nvSpPr>
          <p:spPr>
            <a:xfrm>
              <a:off x="17763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" name="직사각형 557">
              <a:extLst>
                <a:ext uri="{FF2B5EF4-FFF2-40B4-BE49-F238E27FC236}">
                  <a16:creationId xmlns:a16="http://schemas.microsoft.com/office/drawing/2014/main" id="{E489FC8A-CECA-61E3-9DBA-E4638972E59A}"/>
                </a:ext>
              </a:extLst>
            </p:cNvPr>
            <p:cNvSpPr/>
            <p:nvPr/>
          </p:nvSpPr>
          <p:spPr>
            <a:xfrm>
              <a:off x="1907185" y="596808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" name="직사각형 558">
              <a:extLst>
                <a:ext uri="{FF2B5EF4-FFF2-40B4-BE49-F238E27FC236}">
                  <a16:creationId xmlns:a16="http://schemas.microsoft.com/office/drawing/2014/main" id="{93AC375D-2B81-DE0B-DA71-0151F9BF4AC6}"/>
                </a:ext>
              </a:extLst>
            </p:cNvPr>
            <p:cNvSpPr/>
            <p:nvPr/>
          </p:nvSpPr>
          <p:spPr>
            <a:xfrm>
              <a:off x="2037985" y="5968082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" name="직사각형 559">
              <a:extLst>
                <a:ext uri="{FF2B5EF4-FFF2-40B4-BE49-F238E27FC236}">
                  <a16:creationId xmlns:a16="http://schemas.microsoft.com/office/drawing/2014/main" id="{3D23EF93-9324-46FB-0859-E8171FDADB99}"/>
                </a:ext>
              </a:extLst>
            </p:cNvPr>
            <p:cNvSpPr/>
            <p:nvPr/>
          </p:nvSpPr>
          <p:spPr>
            <a:xfrm>
              <a:off x="19071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" name="직사각형 560">
              <a:extLst>
                <a:ext uri="{FF2B5EF4-FFF2-40B4-BE49-F238E27FC236}">
                  <a16:creationId xmlns:a16="http://schemas.microsoft.com/office/drawing/2014/main" id="{4AB3926A-B587-0482-1821-C38AF6CF2C62}"/>
                </a:ext>
              </a:extLst>
            </p:cNvPr>
            <p:cNvSpPr/>
            <p:nvPr/>
          </p:nvSpPr>
          <p:spPr>
            <a:xfrm>
              <a:off x="2037985" y="62475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" name="직사각형 561">
              <a:extLst>
                <a:ext uri="{FF2B5EF4-FFF2-40B4-BE49-F238E27FC236}">
                  <a16:creationId xmlns:a16="http://schemas.microsoft.com/office/drawing/2014/main" id="{D843C2D9-71AC-8EFE-D97B-8B45586C5848}"/>
                </a:ext>
              </a:extLst>
            </p:cNvPr>
            <p:cNvSpPr/>
            <p:nvPr/>
          </p:nvSpPr>
          <p:spPr>
            <a:xfrm>
              <a:off x="1907185" y="638859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" name="직사각형 562">
              <a:extLst>
                <a:ext uri="{FF2B5EF4-FFF2-40B4-BE49-F238E27FC236}">
                  <a16:creationId xmlns:a16="http://schemas.microsoft.com/office/drawing/2014/main" id="{BE08854C-D0BD-CBD6-186D-7E525C6BF828}"/>
                </a:ext>
              </a:extLst>
            </p:cNvPr>
            <p:cNvSpPr/>
            <p:nvPr/>
          </p:nvSpPr>
          <p:spPr>
            <a:xfrm>
              <a:off x="2037985" y="638859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" name="직사각형 563">
              <a:extLst>
                <a:ext uri="{FF2B5EF4-FFF2-40B4-BE49-F238E27FC236}">
                  <a16:creationId xmlns:a16="http://schemas.microsoft.com/office/drawing/2014/main" id="{5B10B11D-ADD5-88A3-16AD-2227676B1D43}"/>
                </a:ext>
              </a:extLst>
            </p:cNvPr>
            <p:cNvSpPr/>
            <p:nvPr/>
          </p:nvSpPr>
          <p:spPr>
            <a:xfrm>
              <a:off x="16455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" name="직사각형 564">
              <a:extLst>
                <a:ext uri="{FF2B5EF4-FFF2-40B4-BE49-F238E27FC236}">
                  <a16:creationId xmlns:a16="http://schemas.microsoft.com/office/drawing/2014/main" id="{89E025B1-D126-2A98-3847-140360EBCFC0}"/>
                </a:ext>
              </a:extLst>
            </p:cNvPr>
            <p:cNvSpPr/>
            <p:nvPr/>
          </p:nvSpPr>
          <p:spPr>
            <a:xfrm>
              <a:off x="1776385" y="6526066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5" name="그룹 574">
            <a:extLst>
              <a:ext uri="{FF2B5EF4-FFF2-40B4-BE49-F238E27FC236}">
                <a16:creationId xmlns:a16="http://schemas.microsoft.com/office/drawing/2014/main" id="{829C2901-A85E-B9CF-8F63-CD5F5A2C15C1}"/>
              </a:ext>
            </a:extLst>
          </p:cNvPr>
          <p:cNvGrpSpPr/>
          <p:nvPr/>
        </p:nvGrpSpPr>
        <p:grpSpPr>
          <a:xfrm rot="10800000">
            <a:off x="1102624" y="209438"/>
            <a:ext cx="483685" cy="1177425"/>
            <a:chOff x="5382771" y="231648"/>
            <a:chExt cx="1702816" cy="4145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76" name="그룹 575">
              <a:extLst>
                <a:ext uri="{FF2B5EF4-FFF2-40B4-BE49-F238E27FC236}">
                  <a16:creationId xmlns:a16="http://schemas.microsoft.com/office/drawing/2014/main" id="{A0640A4A-33DD-32E5-25D5-91DB18C068A0}"/>
                </a:ext>
              </a:extLst>
            </p:cNvPr>
            <p:cNvGrpSpPr/>
            <p:nvPr/>
          </p:nvGrpSpPr>
          <p:grpSpPr>
            <a:xfrm>
              <a:off x="5532366" y="536448"/>
              <a:ext cx="1403627" cy="410972"/>
              <a:chOff x="5035296" y="536448"/>
              <a:chExt cx="1899920" cy="410972"/>
            </a:xfrm>
            <a:solidFill>
              <a:srgbClr val="353B6D"/>
            </a:solidFill>
          </p:grpSpPr>
          <p:sp>
            <p:nvSpPr>
              <p:cNvPr id="606" name="직사각형 605">
                <a:extLst>
                  <a:ext uri="{FF2B5EF4-FFF2-40B4-BE49-F238E27FC236}">
                    <a16:creationId xmlns:a16="http://schemas.microsoft.com/office/drawing/2014/main" id="{2E64F287-C3E6-6839-7807-4EBF68D16CC8}"/>
                  </a:ext>
                </a:extLst>
              </p:cNvPr>
              <p:cNvSpPr/>
              <p:nvPr/>
            </p:nvSpPr>
            <p:spPr>
              <a:xfrm>
                <a:off x="5414264" y="536448"/>
                <a:ext cx="1141983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7" name="직사각형 606">
                <a:extLst>
                  <a:ext uri="{FF2B5EF4-FFF2-40B4-BE49-F238E27FC236}">
                    <a16:creationId xmlns:a16="http://schemas.microsoft.com/office/drawing/2014/main" id="{969625A8-6DCD-D1F6-1A4F-733FA51D9074}"/>
                  </a:ext>
                </a:extLst>
              </p:cNvPr>
              <p:cNvSpPr/>
              <p:nvPr/>
            </p:nvSpPr>
            <p:spPr>
              <a:xfrm>
                <a:off x="5163312" y="731520"/>
                <a:ext cx="1643888" cy="1097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8" name="직사각형 607">
                <a:extLst>
                  <a:ext uri="{FF2B5EF4-FFF2-40B4-BE49-F238E27FC236}">
                    <a16:creationId xmlns:a16="http://schemas.microsoft.com/office/drawing/2014/main" id="{E4D81FD8-F9F5-AA1A-2ABF-DAE351B6C804}"/>
                  </a:ext>
                </a:extLst>
              </p:cNvPr>
              <p:cNvSpPr/>
              <p:nvPr/>
            </p:nvSpPr>
            <p:spPr>
              <a:xfrm>
                <a:off x="5275072" y="630936"/>
                <a:ext cx="1420369" cy="10058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9" name="직사각형 608">
                <a:extLst>
                  <a:ext uri="{FF2B5EF4-FFF2-40B4-BE49-F238E27FC236}">
                    <a16:creationId xmlns:a16="http://schemas.microsoft.com/office/drawing/2014/main" id="{25DE151B-440B-6AC3-ACE1-2DD16165B93B}"/>
                  </a:ext>
                </a:extLst>
              </p:cNvPr>
              <p:cNvSpPr/>
              <p:nvPr/>
            </p:nvSpPr>
            <p:spPr>
              <a:xfrm>
                <a:off x="5035296" y="812450"/>
                <a:ext cx="1899920" cy="1349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77" name="그룹 576">
              <a:extLst>
                <a:ext uri="{FF2B5EF4-FFF2-40B4-BE49-F238E27FC236}">
                  <a16:creationId xmlns:a16="http://schemas.microsoft.com/office/drawing/2014/main" id="{59B6CEF4-7F91-6BAB-60C5-91B7C6F3D41D}"/>
                </a:ext>
              </a:extLst>
            </p:cNvPr>
            <p:cNvGrpSpPr/>
            <p:nvPr/>
          </p:nvGrpSpPr>
          <p:grpSpPr>
            <a:xfrm>
              <a:off x="5382771" y="2096008"/>
              <a:ext cx="1702816" cy="367528"/>
              <a:chOff x="5535168" y="1243584"/>
              <a:chExt cx="1405128" cy="329184"/>
            </a:xfrm>
          </p:grpSpPr>
          <p:sp>
            <p:nvSpPr>
              <p:cNvPr id="604" name="직사각형 603">
                <a:extLst>
                  <a:ext uri="{FF2B5EF4-FFF2-40B4-BE49-F238E27FC236}">
                    <a16:creationId xmlns:a16="http://schemas.microsoft.com/office/drawing/2014/main" id="{82C214DA-88A3-E405-336B-66FD5C79412B}"/>
                  </a:ext>
                </a:extLst>
              </p:cNvPr>
              <p:cNvSpPr/>
              <p:nvPr/>
            </p:nvSpPr>
            <p:spPr>
              <a:xfrm>
                <a:off x="5535168" y="1243584"/>
                <a:ext cx="1405128" cy="329184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5" name="직사각형 604">
                <a:extLst>
                  <a:ext uri="{FF2B5EF4-FFF2-40B4-BE49-F238E27FC236}">
                    <a16:creationId xmlns:a16="http://schemas.microsoft.com/office/drawing/2014/main" id="{B7F7C80F-E37B-0CA8-21F7-51A744520191}"/>
                  </a:ext>
                </a:extLst>
              </p:cNvPr>
              <p:cNvSpPr/>
              <p:nvPr/>
            </p:nvSpPr>
            <p:spPr>
              <a:xfrm>
                <a:off x="5630495" y="1359408"/>
                <a:ext cx="1214475" cy="97536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78" name="그룹 577">
              <a:extLst>
                <a:ext uri="{FF2B5EF4-FFF2-40B4-BE49-F238E27FC236}">
                  <a16:creationId xmlns:a16="http://schemas.microsoft.com/office/drawing/2014/main" id="{7D6A88E0-8C51-0339-B635-47259C04880B}"/>
                </a:ext>
              </a:extLst>
            </p:cNvPr>
            <p:cNvGrpSpPr/>
            <p:nvPr/>
          </p:nvGrpSpPr>
          <p:grpSpPr>
            <a:xfrm>
              <a:off x="6078731" y="231648"/>
              <a:ext cx="310896" cy="291592"/>
              <a:chOff x="5785104" y="1956816"/>
              <a:chExt cx="310896" cy="461540"/>
            </a:xfrm>
          </p:grpSpPr>
          <p:sp>
            <p:nvSpPr>
              <p:cNvPr id="602" name="직사각형 601">
                <a:extLst>
                  <a:ext uri="{FF2B5EF4-FFF2-40B4-BE49-F238E27FC236}">
                    <a16:creationId xmlns:a16="http://schemas.microsoft.com/office/drawing/2014/main" id="{0261CC0B-95B8-4AA2-DE29-6253ABC99DF2}"/>
                  </a:ext>
                </a:extLst>
              </p:cNvPr>
              <p:cNvSpPr/>
              <p:nvPr/>
            </p:nvSpPr>
            <p:spPr>
              <a:xfrm>
                <a:off x="5785104" y="2182367"/>
                <a:ext cx="310896" cy="235989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3" name="이등변 삼각형 602">
                <a:extLst>
                  <a:ext uri="{FF2B5EF4-FFF2-40B4-BE49-F238E27FC236}">
                    <a16:creationId xmlns:a16="http://schemas.microsoft.com/office/drawing/2014/main" id="{CC12C257-07AB-98C7-3B74-E958178E03E5}"/>
                  </a:ext>
                </a:extLst>
              </p:cNvPr>
              <p:cNvSpPr/>
              <p:nvPr/>
            </p:nvSpPr>
            <p:spPr>
              <a:xfrm>
                <a:off x="5785104" y="1956816"/>
                <a:ext cx="310896" cy="225552"/>
              </a:xfrm>
              <a:prstGeom prst="triangle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79" name="직사각형 578">
              <a:extLst>
                <a:ext uri="{FF2B5EF4-FFF2-40B4-BE49-F238E27FC236}">
                  <a16:creationId xmlns:a16="http://schemas.microsoft.com/office/drawing/2014/main" id="{82E2FD3B-DCB7-05DB-B873-CC1F4E1B9E4F}"/>
                </a:ext>
              </a:extLst>
            </p:cNvPr>
            <p:cNvSpPr/>
            <p:nvPr/>
          </p:nvSpPr>
          <p:spPr>
            <a:xfrm>
              <a:off x="5531615" y="960628"/>
              <a:ext cx="1405128" cy="273812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80" name="그룹 579">
              <a:extLst>
                <a:ext uri="{FF2B5EF4-FFF2-40B4-BE49-F238E27FC236}">
                  <a16:creationId xmlns:a16="http://schemas.microsoft.com/office/drawing/2014/main" id="{EF225ECF-64D6-6AF0-A746-5A4370C0A7E8}"/>
                </a:ext>
              </a:extLst>
            </p:cNvPr>
            <p:cNvGrpSpPr/>
            <p:nvPr/>
          </p:nvGrpSpPr>
          <p:grpSpPr>
            <a:xfrm>
              <a:off x="5532366" y="1247648"/>
              <a:ext cx="1403627" cy="835160"/>
              <a:chOff x="5535919" y="2170176"/>
              <a:chExt cx="1403627" cy="835160"/>
            </a:xfrm>
          </p:grpSpPr>
          <p:sp>
            <p:nvSpPr>
              <p:cNvPr id="597" name="직사각형 596">
                <a:extLst>
                  <a:ext uri="{FF2B5EF4-FFF2-40B4-BE49-F238E27FC236}">
                    <a16:creationId xmlns:a16="http://schemas.microsoft.com/office/drawing/2014/main" id="{E89873A6-5766-608E-24BB-5A3BDCBC6A18}"/>
                  </a:ext>
                </a:extLst>
              </p:cNvPr>
              <p:cNvSpPr/>
              <p:nvPr/>
            </p:nvSpPr>
            <p:spPr>
              <a:xfrm>
                <a:off x="5535919" y="2170176"/>
                <a:ext cx="1403627" cy="835152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8" name="직사각형 597">
                <a:extLst>
                  <a:ext uri="{FF2B5EF4-FFF2-40B4-BE49-F238E27FC236}">
                    <a16:creationId xmlns:a16="http://schemas.microsoft.com/office/drawing/2014/main" id="{7D98E53F-5896-28F1-574A-2F2481626CD9}"/>
                  </a:ext>
                </a:extLst>
              </p:cNvPr>
              <p:cNvSpPr/>
              <p:nvPr/>
            </p:nvSpPr>
            <p:spPr>
              <a:xfrm rot="5400000">
                <a:off x="5438413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9" name="직사각형 598">
                <a:extLst>
                  <a:ext uri="{FF2B5EF4-FFF2-40B4-BE49-F238E27FC236}">
                    <a16:creationId xmlns:a16="http://schemas.microsoft.com/office/drawing/2014/main" id="{670E831B-C9BC-27EE-7C1E-0F294055F3AC}"/>
                  </a:ext>
                </a:extLst>
              </p:cNvPr>
              <p:cNvSpPr/>
              <p:nvPr/>
            </p:nvSpPr>
            <p:spPr>
              <a:xfrm rot="5400000">
                <a:off x="5749222" y="2622864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0" name="직사각형 599">
                <a:extLst>
                  <a:ext uri="{FF2B5EF4-FFF2-40B4-BE49-F238E27FC236}">
                    <a16:creationId xmlns:a16="http://schemas.microsoft.com/office/drawing/2014/main" id="{8612ACF5-2DD7-4144-1641-906FF95B7D35}"/>
                  </a:ext>
                </a:extLst>
              </p:cNvPr>
              <p:cNvSpPr/>
              <p:nvPr/>
            </p:nvSpPr>
            <p:spPr>
              <a:xfrm rot="5400000">
                <a:off x="6060031" y="2622865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1" name="직사각형 600">
                <a:extLst>
                  <a:ext uri="{FF2B5EF4-FFF2-40B4-BE49-F238E27FC236}">
                    <a16:creationId xmlns:a16="http://schemas.microsoft.com/office/drawing/2014/main" id="{1F434F6B-888B-321D-89C6-47157D63BA8A}"/>
                  </a:ext>
                </a:extLst>
              </p:cNvPr>
              <p:cNvSpPr/>
              <p:nvPr/>
            </p:nvSpPr>
            <p:spPr>
              <a:xfrm rot="5400000">
                <a:off x="6370841" y="2622868"/>
                <a:ext cx="662102" cy="102833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1" name="그룹 580">
              <a:extLst>
                <a:ext uri="{FF2B5EF4-FFF2-40B4-BE49-F238E27FC236}">
                  <a16:creationId xmlns:a16="http://schemas.microsoft.com/office/drawing/2014/main" id="{6B73F977-470A-D058-DCF8-5B58381DD9EA}"/>
                </a:ext>
              </a:extLst>
            </p:cNvPr>
            <p:cNvGrpSpPr/>
            <p:nvPr/>
          </p:nvGrpSpPr>
          <p:grpSpPr>
            <a:xfrm>
              <a:off x="5382771" y="2481221"/>
              <a:ext cx="1692902" cy="1895558"/>
              <a:chOff x="5382771" y="2498907"/>
              <a:chExt cx="1692902" cy="1895558"/>
            </a:xfrm>
          </p:grpSpPr>
          <p:sp>
            <p:nvSpPr>
              <p:cNvPr id="582" name="직사각형 581">
                <a:extLst>
                  <a:ext uri="{FF2B5EF4-FFF2-40B4-BE49-F238E27FC236}">
                    <a16:creationId xmlns:a16="http://schemas.microsoft.com/office/drawing/2014/main" id="{7D501E8D-2A2D-964A-B679-9E50EDB4F525}"/>
                  </a:ext>
                </a:extLst>
              </p:cNvPr>
              <p:cNvSpPr/>
              <p:nvPr/>
            </p:nvSpPr>
            <p:spPr>
              <a:xfrm>
                <a:off x="5382771" y="2498907"/>
                <a:ext cx="1692902" cy="1895558"/>
              </a:xfrm>
              <a:prstGeom prst="rect">
                <a:avLst/>
              </a:prstGeom>
              <a:solidFill>
                <a:srgbClr val="35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83" name="그룹 582">
                <a:extLst>
                  <a:ext uri="{FF2B5EF4-FFF2-40B4-BE49-F238E27FC236}">
                    <a16:creationId xmlns:a16="http://schemas.microsoft.com/office/drawing/2014/main" id="{0744C190-ADD0-C6AA-0D1D-1599DB86789E}"/>
                  </a:ext>
                </a:extLst>
              </p:cNvPr>
              <p:cNvGrpSpPr/>
              <p:nvPr/>
            </p:nvGrpSpPr>
            <p:grpSpPr>
              <a:xfrm>
                <a:off x="5608066" y="2592848"/>
                <a:ext cx="1242313" cy="612002"/>
                <a:chOff x="5697881" y="2592852"/>
                <a:chExt cx="1054676" cy="634592"/>
              </a:xfrm>
              <a:solidFill>
                <a:srgbClr val="F6D247"/>
              </a:solidFill>
            </p:grpSpPr>
            <p:sp>
              <p:nvSpPr>
                <p:cNvPr id="593" name="직사각형 592">
                  <a:extLst>
                    <a:ext uri="{FF2B5EF4-FFF2-40B4-BE49-F238E27FC236}">
                      <a16:creationId xmlns:a16="http://schemas.microsoft.com/office/drawing/2014/main" id="{9B691CA9-C5C0-CBCE-1087-F995C5D35151}"/>
                    </a:ext>
                  </a:extLst>
                </p:cNvPr>
                <p:cNvSpPr/>
                <p:nvPr/>
              </p:nvSpPr>
              <p:spPr>
                <a:xfrm rot="5400000">
                  <a:off x="5441711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4" name="직사각형 593">
                  <a:extLst>
                    <a:ext uri="{FF2B5EF4-FFF2-40B4-BE49-F238E27FC236}">
                      <a16:creationId xmlns:a16="http://schemas.microsoft.com/office/drawing/2014/main" id="{FEA4CEA3-F90C-042C-9A8E-F286598122B0}"/>
                    </a:ext>
                  </a:extLst>
                </p:cNvPr>
                <p:cNvSpPr/>
                <p:nvPr/>
              </p:nvSpPr>
              <p:spPr>
                <a:xfrm rot="5400000">
                  <a:off x="5752520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5" name="직사각형 594">
                  <a:extLst>
                    <a:ext uri="{FF2B5EF4-FFF2-40B4-BE49-F238E27FC236}">
                      <a16:creationId xmlns:a16="http://schemas.microsoft.com/office/drawing/2014/main" id="{4758347C-1B16-46D3-47A7-36CF8AD0E593}"/>
                    </a:ext>
                  </a:extLst>
                </p:cNvPr>
                <p:cNvSpPr/>
                <p:nvPr/>
              </p:nvSpPr>
              <p:spPr>
                <a:xfrm rot="5400000">
                  <a:off x="6063328" y="2849022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6" name="직사각형 595">
                  <a:extLst>
                    <a:ext uri="{FF2B5EF4-FFF2-40B4-BE49-F238E27FC236}">
                      <a16:creationId xmlns:a16="http://schemas.microsoft.com/office/drawing/2014/main" id="{A87225E3-0343-D35C-3A7E-A0010B77703E}"/>
                    </a:ext>
                  </a:extLst>
                </p:cNvPr>
                <p:cNvSpPr/>
                <p:nvPr/>
              </p:nvSpPr>
              <p:spPr>
                <a:xfrm rot="5400000">
                  <a:off x="6374137" y="2849024"/>
                  <a:ext cx="634590" cy="122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84" name="직사각형 583">
                <a:extLst>
                  <a:ext uri="{FF2B5EF4-FFF2-40B4-BE49-F238E27FC236}">
                    <a16:creationId xmlns:a16="http://schemas.microsoft.com/office/drawing/2014/main" id="{3F687418-AE28-A190-CC35-4A49F316813F}"/>
                  </a:ext>
                </a:extLst>
              </p:cNvPr>
              <p:cNvSpPr/>
              <p:nvPr/>
            </p:nvSpPr>
            <p:spPr>
              <a:xfrm>
                <a:off x="5608064" y="354012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5" name="직사각형 584">
                <a:extLst>
                  <a:ext uri="{FF2B5EF4-FFF2-40B4-BE49-F238E27FC236}">
                    <a16:creationId xmlns:a16="http://schemas.microsoft.com/office/drawing/2014/main" id="{349A496B-6063-8EF4-CB98-5B2FAFD88FE3}"/>
                  </a:ext>
                </a:extLst>
              </p:cNvPr>
              <p:cNvSpPr/>
              <p:nvPr/>
            </p:nvSpPr>
            <p:spPr>
              <a:xfrm>
                <a:off x="5974171" y="354012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6" name="직사각형 585">
                <a:extLst>
                  <a:ext uri="{FF2B5EF4-FFF2-40B4-BE49-F238E27FC236}">
                    <a16:creationId xmlns:a16="http://schemas.microsoft.com/office/drawing/2014/main" id="{DBEAD22A-98CE-FE61-013C-FFEE2CB9BBB5}"/>
                  </a:ext>
                </a:extLst>
              </p:cNvPr>
              <p:cNvSpPr/>
              <p:nvPr/>
            </p:nvSpPr>
            <p:spPr>
              <a:xfrm>
                <a:off x="6340275" y="3540125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7" name="직사각형 586">
                <a:extLst>
                  <a:ext uri="{FF2B5EF4-FFF2-40B4-BE49-F238E27FC236}">
                    <a16:creationId xmlns:a16="http://schemas.microsoft.com/office/drawing/2014/main" id="{C7A613BA-43B6-DB6A-C4B3-51437997D523}"/>
                  </a:ext>
                </a:extLst>
              </p:cNvPr>
              <p:cNvSpPr/>
              <p:nvPr/>
            </p:nvSpPr>
            <p:spPr>
              <a:xfrm>
                <a:off x="6706354" y="354012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8" name="직사각형 587">
                <a:extLst>
                  <a:ext uri="{FF2B5EF4-FFF2-40B4-BE49-F238E27FC236}">
                    <a16:creationId xmlns:a16="http://schemas.microsoft.com/office/drawing/2014/main" id="{119CA17E-1B5A-30C8-5D3E-20A2CF22BA79}"/>
                  </a:ext>
                </a:extLst>
              </p:cNvPr>
              <p:cNvSpPr/>
              <p:nvPr/>
            </p:nvSpPr>
            <p:spPr>
              <a:xfrm>
                <a:off x="5608064" y="380829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9" name="직사각형 588">
                <a:extLst>
                  <a:ext uri="{FF2B5EF4-FFF2-40B4-BE49-F238E27FC236}">
                    <a16:creationId xmlns:a16="http://schemas.microsoft.com/office/drawing/2014/main" id="{F9D57E9E-FBFD-1148-1CA1-689FA6EB6C66}"/>
                  </a:ext>
                </a:extLst>
              </p:cNvPr>
              <p:cNvSpPr/>
              <p:nvPr/>
            </p:nvSpPr>
            <p:spPr>
              <a:xfrm>
                <a:off x="5974171" y="3808293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0" name="직사각형 589">
                <a:extLst>
                  <a:ext uri="{FF2B5EF4-FFF2-40B4-BE49-F238E27FC236}">
                    <a16:creationId xmlns:a16="http://schemas.microsoft.com/office/drawing/2014/main" id="{FA055843-3BC0-531C-22A5-129956CD661E}"/>
                  </a:ext>
                </a:extLst>
              </p:cNvPr>
              <p:cNvSpPr/>
              <p:nvPr/>
            </p:nvSpPr>
            <p:spPr>
              <a:xfrm>
                <a:off x="6706354" y="380829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1" name="직사각형 590">
                <a:extLst>
                  <a:ext uri="{FF2B5EF4-FFF2-40B4-BE49-F238E27FC236}">
                    <a16:creationId xmlns:a16="http://schemas.microsoft.com/office/drawing/2014/main" id="{2DF2BD07-9A5B-7570-63A7-516F1ED50FD2}"/>
                  </a:ext>
                </a:extLst>
              </p:cNvPr>
              <p:cNvSpPr/>
              <p:nvPr/>
            </p:nvSpPr>
            <p:spPr>
              <a:xfrm>
                <a:off x="5608064" y="4102062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2" name="직사각형 591">
                <a:extLst>
                  <a:ext uri="{FF2B5EF4-FFF2-40B4-BE49-F238E27FC236}">
                    <a16:creationId xmlns:a16="http://schemas.microsoft.com/office/drawing/2014/main" id="{6738154D-ED34-C23A-99BA-3DA899B090FF}"/>
                  </a:ext>
                </a:extLst>
              </p:cNvPr>
              <p:cNvSpPr/>
              <p:nvPr/>
            </p:nvSpPr>
            <p:spPr>
              <a:xfrm>
                <a:off x="6706354" y="4102064"/>
                <a:ext cx="144000" cy="143999"/>
              </a:xfrm>
              <a:prstGeom prst="rect">
                <a:avLst/>
              </a:prstGeom>
              <a:solidFill>
                <a:srgbClr val="F6D2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10" name="그룹 609">
            <a:extLst>
              <a:ext uri="{FF2B5EF4-FFF2-40B4-BE49-F238E27FC236}">
                <a16:creationId xmlns:a16="http://schemas.microsoft.com/office/drawing/2014/main" id="{750A540B-C34A-E224-77A7-166EC3E4372F}"/>
              </a:ext>
            </a:extLst>
          </p:cNvPr>
          <p:cNvGrpSpPr/>
          <p:nvPr/>
        </p:nvGrpSpPr>
        <p:grpSpPr>
          <a:xfrm rot="10800000">
            <a:off x="1754342" y="214890"/>
            <a:ext cx="439210" cy="896648"/>
            <a:chOff x="1458265" y="5210824"/>
            <a:chExt cx="701040" cy="14311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1" name="직사각형 610">
              <a:extLst>
                <a:ext uri="{FF2B5EF4-FFF2-40B4-BE49-F238E27FC236}">
                  <a16:creationId xmlns:a16="http://schemas.microsoft.com/office/drawing/2014/main" id="{5BF380AB-C8F0-F5D7-6CC1-1899B0D5FA5C}"/>
                </a:ext>
              </a:extLst>
            </p:cNvPr>
            <p:cNvSpPr/>
            <p:nvPr/>
          </p:nvSpPr>
          <p:spPr>
            <a:xfrm>
              <a:off x="1458265" y="5309621"/>
              <a:ext cx="701040" cy="133237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" name="직사각형 611">
              <a:extLst>
                <a:ext uri="{FF2B5EF4-FFF2-40B4-BE49-F238E27FC236}">
                  <a16:creationId xmlns:a16="http://schemas.microsoft.com/office/drawing/2014/main" id="{4A1FE243-12E9-75C7-CEEB-2EBF8A3F871B}"/>
                </a:ext>
              </a:extLst>
            </p:cNvPr>
            <p:cNvSpPr/>
            <p:nvPr/>
          </p:nvSpPr>
          <p:spPr>
            <a:xfrm>
              <a:off x="16455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" name="직사각형 612">
              <a:extLst>
                <a:ext uri="{FF2B5EF4-FFF2-40B4-BE49-F238E27FC236}">
                  <a16:creationId xmlns:a16="http://schemas.microsoft.com/office/drawing/2014/main" id="{F8E7DEC4-BE50-BD32-1DCA-858C3CCD37CA}"/>
                </a:ext>
              </a:extLst>
            </p:cNvPr>
            <p:cNvSpPr/>
            <p:nvPr/>
          </p:nvSpPr>
          <p:spPr>
            <a:xfrm>
              <a:off x="15147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" name="직사각형 613">
              <a:extLst>
                <a:ext uri="{FF2B5EF4-FFF2-40B4-BE49-F238E27FC236}">
                  <a16:creationId xmlns:a16="http://schemas.microsoft.com/office/drawing/2014/main" id="{B72088AF-EBA9-B1E5-48B5-43BF894ED07C}"/>
                </a:ext>
              </a:extLst>
            </p:cNvPr>
            <p:cNvSpPr/>
            <p:nvPr/>
          </p:nvSpPr>
          <p:spPr>
            <a:xfrm>
              <a:off x="17763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" name="직사각형 614">
              <a:extLst>
                <a:ext uri="{FF2B5EF4-FFF2-40B4-BE49-F238E27FC236}">
                  <a16:creationId xmlns:a16="http://schemas.microsoft.com/office/drawing/2014/main" id="{145D9049-8692-F451-467D-043B782B56E1}"/>
                </a:ext>
              </a:extLst>
            </p:cNvPr>
            <p:cNvSpPr/>
            <p:nvPr/>
          </p:nvSpPr>
          <p:spPr>
            <a:xfrm>
              <a:off x="19071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" name="직사각형 615">
              <a:extLst>
                <a:ext uri="{FF2B5EF4-FFF2-40B4-BE49-F238E27FC236}">
                  <a16:creationId xmlns:a16="http://schemas.microsoft.com/office/drawing/2014/main" id="{F112BCBC-E28D-B281-2D4B-BCC98C15030F}"/>
                </a:ext>
              </a:extLst>
            </p:cNvPr>
            <p:cNvSpPr/>
            <p:nvPr/>
          </p:nvSpPr>
          <p:spPr>
            <a:xfrm>
              <a:off x="2037985" y="5441437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" name="직사각형 616">
              <a:extLst>
                <a:ext uri="{FF2B5EF4-FFF2-40B4-BE49-F238E27FC236}">
                  <a16:creationId xmlns:a16="http://schemas.microsoft.com/office/drawing/2014/main" id="{9E38A7CF-8B51-AF0D-54AD-F1F9D5FC1ADC}"/>
                </a:ext>
              </a:extLst>
            </p:cNvPr>
            <p:cNvSpPr/>
            <p:nvPr/>
          </p:nvSpPr>
          <p:spPr>
            <a:xfrm>
              <a:off x="16455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" name="직사각형 617">
              <a:extLst>
                <a:ext uri="{FF2B5EF4-FFF2-40B4-BE49-F238E27FC236}">
                  <a16:creationId xmlns:a16="http://schemas.microsoft.com/office/drawing/2014/main" id="{7F54567C-49C1-2A4F-7470-318A6D8F21FD}"/>
                </a:ext>
              </a:extLst>
            </p:cNvPr>
            <p:cNvSpPr/>
            <p:nvPr/>
          </p:nvSpPr>
          <p:spPr>
            <a:xfrm>
              <a:off x="1776385" y="557325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" name="직사각형 618">
              <a:extLst>
                <a:ext uri="{FF2B5EF4-FFF2-40B4-BE49-F238E27FC236}">
                  <a16:creationId xmlns:a16="http://schemas.microsoft.com/office/drawing/2014/main" id="{2A0CBDF3-AB9C-9934-3088-6A0F75030599}"/>
                </a:ext>
              </a:extLst>
            </p:cNvPr>
            <p:cNvSpPr/>
            <p:nvPr/>
          </p:nvSpPr>
          <p:spPr>
            <a:xfrm>
              <a:off x="15147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72D236AA-6AFE-1CAF-060F-3B1B699FBBB3}"/>
                </a:ext>
              </a:extLst>
            </p:cNvPr>
            <p:cNvSpPr/>
            <p:nvPr/>
          </p:nvSpPr>
          <p:spPr>
            <a:xfrm>
              <a:off x="17763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" name="직사각형 620">
              <a:extLst>
                <a:ext uri="{FF2B5EF4-FFF2-40B4-BE49-F238E27FC236}">
                  <a16:creationId xmlns:a16="http://schemas.microsoft.com/office/drawing/2014/main" id="{0083322A-0E17-E08F-6B69-64B3F9F947FD}"/>
                </a:ext>
              </a:extLst>
            </p:cNvPr>
            <p:cNvSpPr/>
            <p:nvPr/>
          </p:nvSpPr>
          <p:spPr>
            <a:xfrm>
              <a:off x="19071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" name="직사각형 621">
              <a:extLst>
                <a:ext uri="{FF2B5EF4-FFF2-40B4-BE49-F238E27FC236}">
                  <a16:creationId xmlns:a16="http://schemas.microsoft.com/office/drawing/2014/main" id="{0CEA3E6A-4BB5-6DE0-E5A0-E839AF43912F}"/>
                </a:ext>
              </a:extLst>
            </p:cNvPr>
            <p:cNvSpPr/>
            <p:nvPr/>
          </p:nvSpPr>
          <p:spPr>
            <a:xfrm>
              <a:off x="2037985" y="5705069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" name="직사각형 622">
              <a:extLst>
                <a:ext uri="{FF2B5EF4-FFF2-40B4-BE49-F238E27FC236}">
                  <a16:creationId xmlns:a16="http://schemas.microsoft.com/office/drawing/2014/main" id="{F6EFE832-F486-83B2-BD76-2697562550B6}"/>
                </a:ext>
              </a:extLst>
            </p:cNvPr>
            <p:cNvSpPr/>
            <p:nvPr/>
          </p:nvSpPr>
          <p:spPr>
            <a:xfrm>
              <a:off x="2037985" y="5573253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" name="직사각형 623">
              <a:extLst>
                <a:ext uri="{FF2B5EF4-FFF2-40B4-BE49-F238E27FC236}">
                  <a16:creationId xmlns:a16="http://schemas.microsoft.com/office/drawing/2014/main" id="{54F79642-F027-E158-CA8B-3F43D1DEF7A2}"/>
                </a:ext>
              </a:extLst>
            </p:cNvPr>
            <p:cNvSpPr/>
            <p:nvPr/>
          </p:nvSpPr>
          <p:spPr>
            <a:xfrm>
              <a:off x="16455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" name="직사각형 624">
              <a:extLst>
                <a:ext uri="{FF2B5EF4-FFF2-40B4-BE49-F238E27FC236}">
                  <a16:creationId xmlns:a16="http://schemas.microsoft.com/office/drawing/2014/main" id="{61D28491-E160-343C-D744-A1BB31A41762}"/>
                </a:ext>
              </a:extLst>
            </p:cNvPr>
            <p:cNvSpPr/>
            <p:nvPr/>
          </p:nvSpPr>
          <p:spPr>
            <a:xfrm>
              <a:off x="15147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" name="직사각형 625">
              <a:extLst>
                <a:ext uri="{FF2B5EF4-FFF2-40B4-BE49-F238E27FC236}">
                  <a16:creationId xmlns:a16="http://schemas.microsoft.com/office/drawing/2014/main" id="{B6263D46-0DE0-FB56-730C-19ADF883F040}"/>
                </a:ext>
              </a:extLst>
            </p:cNvPr>
            <p:cNvSpPr/>
            <p:nvPr/>
          </p:nvSpPr>
          <p:spPr>
            <a:xfrm>
              <a:off x="1776385" y="5836885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" name="직사각형 626">
              <a:extLst>
                <a:ext uri="{FF2B5EF4-FFF2-40B4-BE49-F238E27FC236}">
                  <a16:creationId xmlns:a16="http://schemas.microsoft.com/office/drawing/2014/main" id="{B1CC520F-5B6F-6943-E8D2-2DAFBAC37D02}"/>
                </a:ext>
              </a:extLst>
            </p:cNvPr>
            <p:cNvSpPr/>
            <p:nvPr/>
          </p:nvSpPr>
          <p:spPr>
            <a:xfrm>
              <a:off x="1514785" y="5974452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" name="직사각형 627">
              <a:extLst>
                <a:ext uri="{FF2B5EF4-FFF2-40B4-BE49-F238E27FC236}">
                  <a16:creationId xmlns:a16="http://schemas.microsoft.com/office/drawing/2014/main" id="{4CF29865-A1EC-2237-1360-4F9A85088BE0}"/>
                </a:ext>
              </a:extLst>
            </p:cNvPr>
            <p:cNvSpPr/>
            <p:nvPr/>
          </p:nvSpPr>
          <p:spPr>
            <a:xfrm>
              <a:off x="1514785" y="6106268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" name="직사각형 628">
              <a:extLst>
                <a:ext uri="{FF2B5EF4-FFF2-40B4-BE49-F238E27FC236}">
                  <a16:creationId xmlns:a16="http://schemas.microsoft.com/office/drawing/2014/main" id="{12812D5B-9DA4-3823-0582-10BDA2E44876}"/>
                </a:ext>
              </a:extLst>
            </p:cNvPr>
            <p:cNvSpPr/>
            <p:nvPr/>
          </p:nvSpPr>
          <p:spPr>
            <a:xfrm>
              <a:off x="16455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" name="직사각형 629">
              <a:extLst>
                <a:ext uri="{FF2B5EF4-FFF2-40B4-BE49-F238E27FC236}">
                  <a16:creationId xmlns:a16="http://schemas.microsoft.com/office/drawing/2014/main" id="{9B17E419-B2DA-F1FD-0001-2BDB77598949}"/>
                </a:ext>
              </a:extLst>
            </p:cNvPr>
            <p:cNvSpPr/>
            <p:nvPr/>
          </p:nvSpPr>
          <p:spPr>
            <a:xfrm>
              <a:off x="1514785" y="6238084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" name="직사각형 630">
              <a:extLst>
                <a:ext uri="{FF2B5EF4-FFF2-40B4-BE49-F238E27FC236}">
                  <a16:creationId xmlns:a16="http://schemas.microsoft.com/office/drawing/2014/main" id="{1507AC19-83DD-78DF-93FE-7E6340E66E47}"/>
                </a:ext>
              </a:extLst>
            </p:cNvPr>
            <p:cNvSpPr/>
            <p:nvPr/>
          </p:nvSpPr>
          <p:spPr>
            <a:xfrm>
              <a:off x="1645585" y="5979444"/>
              <a:ext cx="64800" cy="64800"/>
            </a:xfrm>
            <a:prstGeom prst="rect">
              <a:avLst/>
            </a:prstGeom>
            <a:solidFill>
              <a:srgbClr val="CF1E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" name="직사각형 631">
              <a:extLst>
                <a:ext uri="{FF2B5EF4-FFF2-40B4-BE49-F238E27FC236}">
                  <a16:creationId xmlns:a16="http://schemas.microsoft.com/office/drawing/2014/main" id="{DC1560AA-B9A8-06BF-11D9-F115CE4D53D7}"/>
                </a:ext>
              </a:extLst>
            </p:cNvPr>
            <p:cNvSpPr/>
            <p:nvPr/>
          </p:nvSpPr>
          <p:spPr>
            <a:xfrm>
              <a:off x="1645585" y="6383723"/>
              <a:ext cx="64800" cy="64800"/>
            </a:xfrm>
            <a:prstGeom prst="rect">
              <a:avLst/>
            </a:prstGeom>
            <a:solidFill>
              <a:srgbClr val="F6D2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" name="직사각형 632">
              <a:extLst>
                <a:ext uri="{FF2B5EF4-FFF2-40B4-BE49-F238E27FC236}">
                  <a16:creationId xmlns:a16="http://schemas.microsoft.com/office/drawing/2014/main" id="{96B43465-8A7A-8232-DAD6-60500EB0C28F}"/>
                </a:ext>
              </a:extLst>
            </p:cNvPr>
            <p:cNvSpPr/>
            <p:nvPr/>
          </p:nvSpPr>
          <p:spPr>
            <a:xfrm>
              <a:off x="1514785" y="5210824"/>
              <a:ext cx="588000" cy="98797"/>
            </a:xfrm>
            <a:prstGeom prst="rect">
              <a:avLst/>
            </a:prstGeom>
            <a:solidFill>
              <a:srgbClr val="35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34" name="그룹 633">
              <a:extLst>
                <a:ext uri="{FF2B5EF4-FFF2-40B4-BE49-F238E27FC236}">
                  <a16:creationId xmlns:a16="http://schemas.microsoft.com/office/drawing/2014/main" id="{E55E818A-4492-2086-09C5-97D24244808A}"/>
                </a:ext>
              </a:extLst>
            </p:cNvPr>
            <p:cNvGrpSpPr/>
            <p:nvPr/>
          </p:nvGrpSpPr>
          <p:grpSpPr>
            <a:xfrm>
              <a:off x="1556785" y="5233222"/>
              <a:ext cx="504000" cy="54000"/>
              <a:chOff x="2183305" y="4818440"/>
              <a:chExt cx="504000" cy="54000"/>
            </a:xfrm>
          </p:grpSpPr>
          <p:sp>
            <p:nvSpPr>
              <p:cNvPr id="635" name="직사각형 634">
                <a:extLst>
                  <a:ext uri="{FF2B5EF4-FFF2-40B4-BE49-F238E27FC236}">
                    <a16:creationId xmlns:a16="http://schemas.microsoft.com/office/drawing/2014/main" id="{926E3784-858B-D476-57CE-2D86BF606DA8}"/>
                  </a:ext>
                </a:extLst>
              </p:cNvPr>
              <p:cNvSpPr/>
              <p:nvPr/>
            </p:nvSpPr>
            <p:spPr>
              <a:xfrm>
                <a:off x="22433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6" name="직사각형 635">
                <a:extLst>
                  <a:ext uri="{FF2B5EF4-FFF2-40B4-BE49-F238E27FC236}">
                    <a16:creationId xmlns:a16="http://schemas.microsoft.com/office/drawing/2014/main" id="{E300F46A-B3E1-BEDE-DF8E-C566E015EB87}"/>
                  </a:ext>
                </a:extLst>
              </p:cNvPr>
              <p:cNvSpPr/>
              <p:nvPr/>
            </p:nvSpPr>
            <p:spPr>
              <a:xfrm>
                <a:off x="230347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7" name="직사각형 636">
                <a:extLst>
                  <a:ext uri="{FF2B5EF4-FFF2-40B4-BE49-F238E27FC236}">
                    <a16:creationId xmlns:a16="http://schemas.microsoft.com/office/drawing/2014/main" id="{F87F82D7-8DA0-68CD-ACD9-C6F1DB38B825}"/>
                  </a:ext>
                </a:extLst>
              </p:cNvPr>
              <p:cNvSpPr/>
              <p:nvPr/>
            </p:nvSpPr>
            <p:spPr>
              <a:xfrm>
                <a:off x="2363563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8" name="직사각형 637">
                <a:extLst>
                  <a:ext uri="{FF2B5EF4-FFF2-40B4-BE49-F238E27FC236}">
                    <a16:creationId xmlns:a16="http://schemas.microsoft.com/office/drawing/2014/main" id="{63E22C4D-9EAE-DF0F-57A9-E2F0372A894B}"/>
                  </a:ext>
                </a:extLst>
              </p:cNvPr>
              <p:cNvSpPr/>
              <p:nvPr/>
            </p:nvSpPr>
            <p:spPr>
              <a:xfrm>
                <a:off x="2423649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9" name="직사각형 638">
                <a:extLst>
                  <a:ext uri="{FF2B5EF4-FFF2-40B4-BE49-F238E27FC236}">
                    <a16:creationId xmlns:a16="http://schemas.microsoft.com/office/drawing/2014/main" id="{CBB3C5B3-BF4F-4F3C-98E0-BF9DF52631AA}"/>
                  </a:ext>
                </a:extLst>
              </p:cNvPr>
              <p:cNvSpPr/>
              <p:nvPr/>
            </p:nvSpPr>
            <p:spPr>
              <a:xfrm>
                <a:off x="248373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0" name="직사각형 639">
                <a:extLst>
                  <a:ext uri="{FF2B5EF4-FFF2-40B4-BE49-F238E27FC236}">
                    <a16:creationId xmlns:a16="http://schemas.microsoft.com/office/drawing/2014/main" id="{9057BC79-66E8-F490-73AE-6417A7ABA8E5}"/>
                  </a:ext>
                </a:extLst>
              </p:cNvPr>
              <p:cNvSpPr/>
              <p:nvPr/>
            </p:nvSpPr>
            <p:spPr>
              <a:xfrm>
                <a:off x="254382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1" name="직사각형 640">
                <a:extLst>
                  <a:ext uri="{FF2B5EF4-FFF2-40B4-BE49-F238E27FC236}">
                    <a16:creationId xmlns:a16="http://schemas.microsoft.com/office/drawing/2014/main" id="{D57ED3A1-6908-1CE1-0BCD-80B71D922046}"/>
                  </a:ext>
                </a:extLst>
              </p:cNvPr>
              <p:cNvSpPr/>
              <p:nvPr/>
            </p:nvSpPr>
            <p:spPr>
              <a:xfrm>
                <a:off x="2603907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2" name="직사각형 641">
                <a:extLst>
                  <a:ext uri="{FF2B5EF4-FFF2-40B4-BE49-F238E27FC236}">
                    <a16:creationId xmlns:a16="http://schemas.microsoft.com/office/drawing/2014/main" id="{E90DA3BF-A5F5-17C0-C3FD-A777CF133D8F}"/>
                  </a:ext>
                </a:extLst>
              </p:cNvPr>
              <p:cNvSpPr/>
              <p:nvPr/>
            </p:nvSpPr>
            <p:spPr>
              <a:xfrm>
                <a:off x="2663991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E1A10EAD-2579-315A-2F16-59C7C51D2A16}"/>
                  </a:ext>
                </a:extLst>
              </p:cNvPr>
              <p:cNvSpPr/>
              <p:nvPr/>
            </p:nvSpPr>
            <p:spPr>
              <a:xfrm>
                <a:off x="2183305" y="4818440"/>
                <a:ext cx="23314" cy="54000"/>
              </a:xfrm>
              <a:prstGeom prst="rect">
                <a:avLst/>
              </a:prstGeom>
              <a:solidFill>
                <a:srgbClr val="FCEF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924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781</Words>
  <Application>Microsoft Office PowerPoint</Application>
  <PresentationFormat>와이드스크린</PresentationFormat>
  <Paragraphs>227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HY견명조</vt:lpstr>
      <vt:lpstr>HY헤드라인M</vt:lpstr>
      <vt:lpstr>맑은 고딕</vt:lpstr>
      <vt:lpstr>휴먼모음T</vt:lpstr>
      <vt:lpstr>Abadi</vt:lpstr>
      <vt:lpstr>Arial</vt:lpstr>
      <vt:lpstr>Cambria</vt:lpstr>
      <vt:lpstr>Garamond</vt:lpstr>
      <vt:lpstr>Goudy Stout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유재혁</dc:creator>
  <cp:lastModifiedBy>유재혁</cp:lastModifiedBy>
  <cp:revision>96</cp:revision>
  <dcterms:created xsi:type="dcterms:W3CDTF">2022-11-21T01:43:14Z</dcterms:created>
  <dcterms:modified xsi:type="dcterms:W3CDTF">2022-12-06T03:18:58Z</dcterms:modified>
  <cp:version/>
</cp:coreProperties>
</file>